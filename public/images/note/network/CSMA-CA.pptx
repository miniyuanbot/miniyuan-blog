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8"/>
  </p:notesMasterIdLst>
  <p:sldIdLst>
    <p:sldId id="260" r:id="rId4"/>
    <p:sldId id="262" r:id="rId5"/>
    <p:sldId id="263" r:id="rId6"/>
    <p:sldId id="264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8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5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5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795"/>
            </a:lvl1pPr>
            <a:lvl2pPr marL="457200" indent="0">
              <a:buNone/>
              <a:defRPr sz="2405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795"/>
            </a:lvl1pPr>
            <a:lvl2pPr marL="457200" indent="0">
              <a:buNone/>
              <a:defRPr sz="2405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795"/>
            </a:lvl2pPr>
            <a:lvl3pPr marL="914400" indent="0">
              <a:buNone/>
              <a:defRPr sz="2405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5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2301875" rtl="0" eaLnBrk="1" latinLnBrk="0" hangingPunct="1">
        <a:lnSpc>
          <a:spcPct val="90000"/>
        </a:lnSpc>
        <a:spcBef>
          <a:spcPct val="0"/>
        </a:spcBef>
        <a:buNone/>
        <a:defRPr sz="11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45" indent="-575945" algn="l" defTabSz="2301875" rtl="0" eaLnBrk="1" latinLnBrk="0" hangingPunct="1">
        <a:lnSpc>
          <a:spcPct val="90000"/>
        </a:lnSpc>
        <a:spcBef>
          <a:spcPts val="2520"/>
        </a:spcBef>
        <a:buFont typeface="Arial" panose="020B0604020202020204" pitchFamily="34" charset="0"/>
        <a:buChar char="•"/>
        <a:defRPr sz="7045" kern="1200">
          <a:solidFill>
            <a:schemeClr val="tx1"/>
          </a:solidFill>
          <a:latin typeface="+mn-lt"/>
          <a:ea typeface="+mn-ea"/>
          <a:cs typeface="+mn-cs"/>
        </a:defRPr>
      </a:lvl1pPr>
      <a:lvl2pPr marL="1726565" indent="-575945" algn="l" defTabSz="2301875" rtl="0" eaLnBrk="1" latinLnBrk="0" hangingPunct="1">
        <a:lnSpc>
          <a:spcPct val="90000"/>
        </a:lnSpc>
        <a:spcBef>
          <a:spcPct val="253000"/>
        </a:spcBef>
        <a:buFont typeface="Arial" panose="020B0604020202020204" pitchFamily="34" charset="0"/>
        <a:buChar char="•"/>
        <a:defRPr sz="6040" kern="1200">
          <a:solidFill>
            <a:schemeClr val="tx1"/>
          </a:solidFill>
          <a:latin typeface="+mn-lt"/>
          <a:ea typeface="+mn-ea"/>
          <a:cs typeface="+mn-cs"/>
        </a:defRPr>
      </a:lvl2pPr>
      <a:lvl3pPr marL="2877820" indent="-575945" algn="l" defTabSz="2301875" rtl="0" eaLnBrk="1" latinLnBrk="0" hangingPunct="1">
        <a:lnSpc>
          <a:spcPct val="90000"/>
        </a:lnSpc>
        <a:spcBef>
          <a:spcPct val="253000"/>
        </a:spcBef>
        <a:buFont typeface="Arial" panose="020B0604020202020204" pitchFamily="34" charset="0"/>
        <a:buChar char="•"/>
        <a:defRPr sz="5035" kern="1200">
          <a:solidFill>
            <a:schemeClr val="tx1"/>
          </a:solidFill>
          <a:latin typeface="+mn-lt"/>
          <a:ea typeface="+mn-ea"/>
          <a:cs typeface="+mn-cs"/>
        </a:defRPr>
      </a:lvl3pPr>
      <a:lvl4pPr marL="4028440" indent="-575945" algn="l" defTabSz="2301875" rtl="0" eaLnBrk="1" latinLnBrk="0" hangingPunct="1">
        <a:lnSpc>
          <a:spcPct val="90000"/>
        </a:lnSpc>
        <a:spcBef>
          <a:spcPct val="25300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4pPr>
      <a:lvl5pPr marL="5179060" indent="-575945" algn="l" defTabSz="2301875" rtl="0" eaLnBrk="1" latinLnBrk="0" hangingPunct="1">
        <a:lnSpc>
          <a:spcPct val="90000"/>
        </a:lnSpc>
        <a:spcBef>
          <a:spcPct val="25300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5pPr>
      <a:lvl6pPr marL="6330315" indent="-575945" algn="l" defTabSz="2301875" rtl="0" eaLnBrk="1" latinLnBrk="0" hangingPunct="1">
        <a:lnSpc>
          <a:spcPct val="90000"/>
        </a:lnSpc>
        <a:spcBef>
          <a:spcPct val="25300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6pPr>
      <a:lvl7pPr marL="7480935" indent="-575945" algn="l" defTabSz="2301875" rtl="0" eaLnBrk="1" latinLnBrk="0" hangingPunct="1">
        <a:lnSpc>
          <a:spcPct val="90000"/>
        </a:lnSpc>
        <a:spcBef>
          <a:spcPct val="25300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7pPr>
      <a:lvl8pPr marL="8632825" indent="-575945" algn="l" defTabSz="2301875" rtl="0" eaLnBrk="1" latinLnBrk="0" hangingPunct="1">
        <a:lnSpc>
          <a:spcPct val="90000"/>
        </a:lnSpc>
        <a:spcBef>
          <a:spcPct val="25300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8pPr>
      <a:lvl9pPr marL="9783445" indent="-575945" algn="l" defTabSz="2301875" rtl="0" eaLnBrk="1" latinLnBrk="0" hangingPunct="1">
        <a:lnSpc>
          <a:spcPct val="90000"/>
        </a:lnSpc>
        <a:spcBef>
          <a:spcPct val="253000"/>
        </a:spcBef>
        <a:buFont typeface="Arial" panose="020B0604020202020204" pitchFamily="34" charset="0"/>
        <a:buChar char="•"/>
        <a:defRPr sz="45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301875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1pPr>
      <a:lvl2pPr marL="1150620" algn="l" defTabSz="2301875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2pPr>
      <a:lvl3pPr marL="2301875" algn="l" defTabSz="2301875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3pPr>
      <a:lvl4pPr marL="3452495" algn="l" defTabSz="2301875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4pPr>
      <a:lvl5pPr marL="4604385" algn="l" defTabSz="2301875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5pPr>
      <a:lvl6pPr marL="5755005" algn="l" defTabSz="2301875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6pPr>
      <a:lvl7pPr marL="6906260" algn="l" defTabSz="2301875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7pPr>
      <a:lvl8pPr marL="8056880" algn="l" defTabSz="2301875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8pPr>
      <a:lvl9pPr marL="9208135" algn="l" defTabSz="2301875" rtl="0" eaLnBrk="1" latinLnBrk="0" hangingPunct="1">
        <a:defRPr sz="45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142"/>
          <p:cNvGrpSpPr/>
          <p:nvPr userDrawn="1"/>
        </p:nvGrpSpPr>
        <p:grpSpPr>
          <a:xfrm>
            <a:off x="113988" y="3972799"/>
            <a:ext cx="11965054" cy="1101186"/>
            <a:chOff x="106" y="1708"/>
            <a:chExt cx="11757" cy="1082"/>
          </a:xfrm>
        </p:grpSpPr>
        <p:grpSp>
          <p:nvGrpSpPr>
            <p:cNvPr id="65" name="组合 64"/>
            <p:cNvGrpSpPr/>
            <p:nvPr userDrawn="1"/>
          </p:nvGrpSpPr>
          <p:grpSpPr>
            <a:xfrm>
              <a:off x="106" y="1708"/>
              <a:ext cx="11757" cy="1082"/>
              <a:chOff x="80" y="485"/>
              <a:chExt cx="11757" cy="1082"/>
            </a:xfrm>
          </p:grpSpPr>
          <p:grpSp>
            <p:nvGrpSpPr>
              <p:cNvPr id="66" name="组合 65"/>
              <p:cNvGrpSpPr/>
              <p:nvPr userDrawn="1"/>
            </p:nvGrpSpPr>
            <p:grpSpPr>
              <a:xfrm>
                <a:off x="1164" y="485"/>
                <a:ext cx="10673" cy="668"/>
                <a:chOff x="531" y="693"/>
                <a:chExt cx="10902" cy="668"/>
              </a:xfrm>
            </p:grpSpPr>
            <p:grpSp>
              <p:nvGrpSpPr>
                <p:cNvPr id="67" name="组合 66"/>
                <p:cNvGrpSpPr/>
                <p:nvPr userDrawn="1"/>
              </p:nvGrpSpPr>
              <p:grpSpPr>
                <a:xfrm>
                  <a:off x="10312" y="1131"/>
                  <a:ext cx="727" cy="230"/>
                  <a:chOff x="9859" y="681"/>
                  <a:chExt cx="727" cy="230"/>
                </a:xfrm>
              </p:grpSpPr>
              <p:cxnSp>
                <p:nvCxnSpPr>
                  <p:cNvPr id="68" name="直接连接符 67"/>
                  <p:cNvCxnSpPr/>
                  <p:nvPr userDrawn="1"/>
                </p:nvCxnSpPr>
                <p:spPr>
                  <a:xfrm>
                    <a:off x="10101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连接符 68"/>
                  <p:cNvCxnSpPr/>
                  <p:nvPr userDrawn="1"/>
                </p:nvCxnSpPr>
                <p:spPr>
                  <a:xfrm>
                    <a:off x="9859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连接符 69"/>
                  <p:cNvCxnSpPr/>
                  <p:nvPr userDrawn="1"/>
                </p:nvCxnSpPr>
                <p:spPr>
                  <a:xfrm>
                    <a:off x="10344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接连接符 70"/>
                  <p:cNvCxnSpPr/>
                  <p:nvPr userDrawn="1"/>
                </p:nvCxnSpPr>
                <p:spPr>
                  <a:xfrm>
                    <a:off x="10586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2" name="直接连接符 71"/>
                <p:cNvCxnSpPr/>
                <p:nvPr userDrawn="1"/>
              </p:nvCxnSpPr>
              <p:spPr>
                <a:xfrm>
                  <a:off x="531" y="1276"/>
                  <a:ext cx="10902" cy="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/>
                <p:nvPr userDrawn="1"/>
              </p:nvCxnSpPr>
              <p:spPr>
                <a:xfrm>
                  <a:off x="2817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/>
                <p:nvPr userDrawn="1"/>
              </p:nvCxnSpPr>
              <p:spPr>
                <a:xfrm>
                  <a:off x="257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 userDrawn="1"/>
              </p:nvCxnSpPr>
              <p:spPr>
                <a:xfrm>
                  <a:off x="3059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 userDrawn="1"/>
              </p:nvCxnSpPr>
              <p:spPr>
                <a:xfrm>
                  <a:off x="3301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 userDrawn="1"/>
              </p:nvCxnSpPr>
              <p:spPr>
                <a:xfrm>
                  <a:off x="354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78" name="组合 77"/>
                <p:cNvGrpSpPr/>
                <p:nvPr userDrawn="1"/>
              </p:nvGrpSpPr>
              <p:grpSpPr>
                <a:xfrm rot="0">
                  <a:off x="981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79" name="矩形 78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80" name="文本框 79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/>
                      <a:t>DI</a:t>
                    </a:r>
                    <a:r>
                      <a:rPr lang="en-US" altLang="zh-CN" sz="2560" i="1">
                        <a:cs typeface="Arial" panose="020B0604020202020204" pitchFamily="34" charset="0"/>
                      </a:rPr>
                      <a:t>FS</a:t>
                    </a:r>
                    <a:endParaRPr lang="zh-CN" altLang="en-US" sz="2560" i="1"/>
                  </a:p>
                </p:txBody>
              </p:sp>
            </p:grpSp>
            <p:grpSp>
              <p:nvGrpSpPr>
                <p:cNvPr id="81" name="组合 80"/>
                <p:cNvGrpSpPr/>
                <p:nvPr userDrawn="1"/>
              </p:nvGrpSpPr>
              <p:grpSpPr>
                <a:xfrm rot="0">
                  <a:off x="3544" y="693"/>
                  <a:ext cx="2228" cy="582"/>
                  <a:chOff x="1846" y="681"/>
                  <a:chExt cx="1594" cy="582"/>
                </a:xfrm>
              </p:grpSpPr>
              <p:sp>
                <p:nvSpPr>
                  <p:cNvPr id="82" name="矩形 81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83" name="文本框 82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P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acket 2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84" name="组合 83"/>
                <p:cNvGrpSpPr/>
                <p:nvPr userDrawn="1"/>
              </p:nvGrpSpPr>
              <p:grpSpPr>
                <a:xfrm rot="0">
                  <a:off x="5772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85" name="矩形 84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86" name="文本框 85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S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IFS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87" name="组合 86"/>
                <p:cNvGrpSpPr/>
                <p:nvPr userDrawn="1"/>
              </p:nvGrpSpPr>
              <p:grpSpPr>
                <a:xfrm>
                  <a:off x="7366" y="693"/>
                  <a:ext cx="1352" cy="582"/>
                  <a:chOff x="1846" y="681"/>
                  <a:chExt cx="1594" cy="582"/>
                </a:xfrm>
              </p:grpSpPr>
              <p:sp>
                <p:nvSpPr>
                  <p:cNvPr id="88" name="矩形 87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89" name="文本框 88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CK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90" name="组合 89"/>
                <p:cNvGrpSpPr/>
                <p:nvPr userDrawn="1"/>
              </p:nvGrpSpPr>
              <p:grpSpPr>
                <a:xfrm rot="0">
                  <a:off x="8718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91" name="矩形 90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92" name="文本框 91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/>
                      <a:t>DI</a:t>
                    </a:r>
                    <a:r>
                      <a:rPr lang="en-US" altLang="zh-CN" sz="2560" i="1">
                        <a:cs typeface="Arial" panose="020B0604020202020204" pitchFamily="34" charset="0"/>
                      </a:rPr>
                      <a:t>FS</a:t>
                    </a:r>
                    <a:endParaRPr lang="zh-CN" altLang="en-US" sz="2560" i="1"/>
                  </a:p>
                </p:txBody>
              </p:sp>
            </p:grpSp>
          </p:grpSp>
          <p:sp>
            <p:nvSpPr>
              <p:cNvPr id="93" name="文本框 92"/>
              <p:cNvSpPr txBox="1"/>
              <p:nvPr userDrawn="1"/>
            </p:nvSpPr>
            <p:spPr>
              <a:xfrm>
                <a:off x="80" y="485"/>
                <a:ext cx="1523" cy="582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885">
                    <a:latin typeface="SimHei" charset="0"/>
                    <a:ea typeface="SimHei" charset="0"/>
                    <a:cs typeface="SimHei" charset="0"/>
                  </a:rPr>
                  <a:t>STA 2</a:t>
                </a:r>
                <a:endParaRPr lang="zh-CN" altLang="en-US" sz="2885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grpSp>
            <p:nvGrpSpPr>
              <p:cNvPr id="94" name="组合 93"/>
              <p:cNvGrpSpPr/>
              <p:nvPr userDrawn="1"/>
            </p:nvGrpSpPr>
            <p:grpSpPr>
              <a:xfrm>
                <a:off x="2943" y="1153"/>
                <a:ext cx="931" cy="414"/>
                <a:chOff x="2943" y="1153"/>
                <a:chExt cx="931" cy="414"/>
              </a:xfrm>
            </p:grpSpPr>
            <p:sp>
              <p:nvSpPr>
                <p:cNvPr id="95" name="文本框 94"/>
                <p:cNvSpPr txBox="1"/>
                <p:nvPr userDrawn="1"/>
              </p:nvSpPr>
              <p:spPr>
                <a:xfrm>
                  <a:off x="2943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4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96" name="文本框 95"/>
                <p:cNvSpPr txBox="1"/>
                <p:nvPr userDrawn="1"/>
              </p:nvSpPr>
              <p:spPr>
                <a:xfrm>
                  <a:off x="3196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3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97" name="文本框 96"/>
                <p:cNvSpPr txBox="1"/>
                <p:nvPr userDrawn="1"/>
              </p:nvSpPr>
              <p:spPr>
                <a:xfrm>
                  <a:off x="3517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2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98" name="文本框 97"/>
                <p:cNvSpPr txBox="1"/>
                <p:nvPr userDrawn="1"/>
              </p:nvSpPr>
              <p:spPr>
                <a:xfrm>
                  <a:off x="3758" y="1153"/>
                  <a:ext cx="117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1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  <p:grpSp>
            <p:nvGrpSpPr>
              <p:cNvPr id="99" name="组合 98"/>
              <p:cNvGrpSpPr/>
              <p:nvPr userDrawn="1"/>
            </p:nvGrpSpPr>
            <p:grpSpPr>
              <a:xfrm>
                <a:off x="10806" y="1153"/>
                <a:ext cx="645" cy="414"/>
                <a:chOff x="2975" y="1153"/>
                <a:chExt cx="645" cy="414"/>
              </a:xfrm>
            </p:grpSpPr>
            <p:sp>
              <p:nvSpPr>
                <p:cNvPr id="100" name="文本框 99"/>
                <p:cNvSpPr txBox="1"/>
                <p:nvPr userDrawn="1"/>
              </p:nvSpPr>
              <p:spPr>
                <a:xfrm>
                  <a:off x="2975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6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01" name="文本框 100"/>
                <p:cNvSpPr txBox="1"/>
                <p:nvPr userDrawn="1"/>
              </p:nvSpPr>
              <p:spPr>
                <a:xfrm>
                  <a:off x="3228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5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02" name="文本框 101"/>
                <p:cNvSpPr txBox="1"/>
                <p:nvPr userDrawn="1"/>
              </p:nvSpPr>
              <p:spPr>
                <a:xfrm>
                  <a:off x="3501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4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</p:grpSp>
        <p:sp>
          <p:nvSpPr>
            <p:cNvPr id="141" name="文本框 140"/>
            <p:cNvSpPr txBox="1"/>
            <p:nvPr userDrawn="1"/>
          </p:nvSpPr>
          <p:spPr>
            <a:xfrm>
              <a:off x="4023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0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142" name="文本框 141"/>
            <p:cNvSpPr txBox="1"/>
            <p:nvPr userDrawn="1"/>
          </p:nvSpPr>
          <p:spPr>
            <a:xfrm>
              <a:off x="10649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7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grpSp>
        <p:nvGrpSpPr>
          <p:cNvPr id="144" name="组合 143"/>
          <p:cNvGrpSpPr/>
          <p:nvPr userDrawn="1"/>
        </p:nvGrpSpPr>
        <p:grpSpPr>
          <a:xfrm>
            <a:off x="113937" y="2683404"/>
            <a:ext cx="11965054" cy="1101147"/>
            <a:chOff x="106" y="1708"/>
            <a:chExt cx="11757" cy="1082"/>
          </a:xfrm>
        </p:grpSpPr>
        <p:grpSp>
          <p:nvGrpSpPr>
            <p:cNvPr id="145" name="组合 144"/>
            <p:cNvGrpSpPr/>
            <p:nvPr userDrawn="1"/>
          </p:nvGrpSpPr>
          <p:grpSpPr>
            <a:xfrm>
              <a:off x="106" y="1708"/>
              <a:ext cx="11757" cy="1082"/>
              <a:chOff x="80" y="485"/>
              <a:chExt cx="11757" cy="1082"/>
            </a:xfrm>
          </p:grpSpPr>
          <p:grpSp>
            <p:nvGrpSpPr>
              <p:cNvPr id="146" name="组合 145"/>
              <p:cNvGrpSpPr/>
              <p:nvPr userDrawn="1"/>
            </p:nvGrpSpPr>
            <p:grpSpPr>
              <a:xfrm>
                <a:off x="1164" y="485"/>
                <a:ext cx="10673" cy="668"/>
                <a:chOff x="531" y="693"/>
                <a:chExt cx="10902" cy="668"/>
              </a:xfrm>
            </p:grpSpPr>
            <p:grpSp>
              <p:nvGrpSpPr>
                <p:cNvPr id="147" name="组合 146"/>
                <p:cNvGrpSpPr/>
                <p:nvPr userDrawn="1"/>
              </p:nvGrpSpPr>
              <p:grpSpPr>
                <a:xfrm>
                  <a:off x="10312" y="1131"/>
                  <a:ext cx="727" cy="230"/>
                  <a:chOff x="9859" y="681"/>
                  <a:chExt cx="727" cy="230"/>
                </a:xfrm>
              </p:grpSpPr>
              <p:cxnSp>
                <p:nvCxnSpPr>
                  <p:cNvPr id="148" name="直接连接符 147"/>
                  <p:cNvCxnSpPr/>
                  <p:nvPr userDrawn="1"/>
                </p:nvCxnSpPr>
                <p:spPr>
                  <a:xfrm>
                    <a:off x="10101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直接连接符 148"/>
                  <p:cNvCxnSpPr/>
                  <p:nvPr userDrawn="1"/>
                </p:nvCxnSpPr>
                <p:spPr>
                  <a:xfrm>
                    <a:off x="9859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直接连接符 149"/>
                  <p:cNvCxnSpPr/>
                  <p:nvPr userDrawn="1"/>
                </p:nvCxnSpPr>
                <p:spPr>
                  <a:xfrm>
                    <a:off x="10344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直接连接符 150"/>
                  <p:cNvCxnSpPr/>
                  <p:nvPr userDrawn="1"/>
                </p:nvCxnSpPr>
                <p:spPr>
                  <a:xfrm>
                    <a:off x="10586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2" name="直接连接符 151"/>
                <p:cNvCxnSpPr/>
                <p:nvPr userDrawn="1"/>
              </p:nvCxnSpPr>
              <p:spPr>
                <a:xfrm>
                  <a:off x="531" y="1276"/>
                  <a:ext cx="10902" cy="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/>
                <p:cNvCxnSpPr/>
                <p:nvPr userDrawn="1"/>
              </p:nvCxnSpPr>
              <p:spPr>
                <a:xfrm>
                  <a:off x="2817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直接连接符 153"/>
                <p:cNvCxnSpPr/>
                <p:nvPr userDrawn="1"/>
              </p:nvCxnSpPr>
              <p:spPr>
                <a:xfrm>
                  <a:off x="257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接连接符 154"/>
                <p:cNvCxnSpPr/>
                <p:nvPr userDrawn="1"/>
              </p:nvCxnSpPr>
              <p:spPr>
                <a:xfrm>
                  <a:off x="3059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/>
                <p:cNvCxnSpPr/>
                <p:nvPr userDrawn="1"/>
              </p:nvCxnSpPr>
              <p:spPr>
                <a:xfrm>
                  <a:off x="3301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接连接符 156"/>
                <p:cNvCxnSpPr/>
                <p:nvPr userDrawn="1"/>
              </p:nvCxnSpPr>
              <p:spPr>
                <a:xfrm>
                  <a:off x="354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158" name="组合 157"/>
                <p:cNvGrpSpPr/>
                <p:nvPr userDrawn="1"/>
              </p:nvGrpSpPr>
              <p:grpSpPr>
                <a:xfrm rot="0">
                  <a:off x="981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159" name="矩形 158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60" name="文本框 159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/>
                      <a:t>DI</a:t>
                    </a:r>
                    <a:r>
                      <a:rPr lang="en-US" altLang="zh-CN" sz="2560" i="1">
                        <a:cs typeface="Arial" panose="020B0604020202020204" pitchFamily="34" charset="0"/>
                      </a:rPr>
                      <a:t>FS</a:t>
                    </a:r>
                    <a:endParaRPr lang="zh-CN" altLang="en-US" sz="2560" i="1"/>
                  </a:p>
                </p:txBody>
              </p:sp>
            </p:grpSp>
            <p:grpSp>
              <p:nvGrpSpPr>
                <p:cNvPr id="161" name="组合 160"/>
                <p:cNvGrpSpPr/>
                <p:nvPr userDrawn="1"/>
              </p:nvGrpSpPr>
              <p:grpSpPr>
                <a:xfrm rot="0">
                  <a:off x="3544" y="693"/>
                  <a:ext cx="2228" cy="582"/>
                  <a:chOff x="1846" y="681"/>
                  <a:chExt cx="1594" cy="582"/>
                </a:xfrm>
              </p:grpSpPr>
              <p:sp>
                <p:nvSpPr>
                  <p:cNvPr id="162" name="矩形 161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63" name="文本框 162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P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acket 2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164" name="组合 163"/>
                <p:cNvGrpSpPr/>
                <p:nvPr userDrawn="1"/>
              </p:nvGrpSpPr>
              <p:grpSpPr>
                <a:xfrm rot="0">
                  <a:off x="5772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165" name="矩形 164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66" name="文本框 165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S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IFS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167" name="组合 166"/>
                <p:cNvGrpSpPr/>
                <p:nvPr userDrawn="1"/>
              </p:nvGrpSpPr>
              <p:grpSpPr>
                <a:xfrm>
                  <a:off x="7366" y="693"/>
                  <a:ext cx="1352" cy="582"/>
                  <a:chOff x="1846" y="681"/>
                  <a:chExt cx="1594" cy="582"/>
                </a:xfrm>
              </p:grpSpPr>
              <p:sp>
                <p:nvSpPr>
                  <p:cNvPr id="168" name="矩形 167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69" name="文本框 168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CK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170" name="组合 169"/>
                <p:cNvGrpSpPr/>
                <p:nvPr userDrawn="1"/>
              </p:nvGrpSpPr>
              <p:grpSpPr>
                <a:xfrm rot="0">
                  <a:off x="8718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171" name="矩形 170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72" name="文本框 171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/>
                      <a:t>DI</a:t>
                    </a:r>
                    <a:r>
                      <a:rPr lang="en-US" altLang="zh-CN" sz="2560" i="1">
                        <a:cs typeface="Arial" panose="020B0604020202020204" pitchFamily="34" charset="0"/>
                      </a:rPr>
                      <a:t>FS</a:t>
                    </a:r>
                    <a:endParaRPr lang="zh-CN" altLang="en-US" sz="2560" i="1"/>
                  </a:p>
                </p:txBody>
              </p:sp>
            </p:grpSp>
          </p:grpSp>
          <p:sp>
            <p:nvSpPr>
              <p:cNvPr id="173" name="文本框 172"/>
              <p:cNvSpPr txBox="1"/>
              <p:nvPr userDrawn="1"/>
            </p:nvSpPr>
            <p:spPr>
              <a:xfrm>
                <a:off x="80" y="485"/>
                <a:ext cx="1523" cy="582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885">
                    <a:latin typeface="SimHei" charset="0"/>
                    <a:ea typeface="SimHei" charset="0"/>
                    <a:cs typeface="SimHei" charset="0"/>
                  </a:rPr>
                  <a:t>STA 1</a:t>
                </a:r>
                <a:endParaRPr lang="zh-CN" altLang="en-US" sz="2885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grpSp>
            <p:nvGrpSpPr>
              <p:cNvPr id="174" name="组合 173"/>
              <p:cNvGrpSpPr/>
              <p:nvPr userDrawn="1"/>
            </p:nvGrpSpPr>
            <p:grpSpPr>
              <a:xfrm>
                <a:off x="2943" y="1153"/>
                <a:ext cx="931" cy="414"/>
                <a:chOff x="2943" y="1153"/>
                <a:chExt cx="931" cy="414"/>
              </a:xfrm>
            </p:grpSpPr>
            <p:sp>
              <p:nvSpPr>
                <p:cNvPr id="175" name="文本框 174"/>
                <p:cNvSpPr txBox="1"/>
                <p:nvPr userDrawn="1"/>
              </p:nvSpPr>
              <p:spPr>
                <a:xfrm>
                  <a:off x="2943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9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76" name="文本框 175"/>
                <p:cNvSpPr txBox="1"/>
                <p:nvPr userDrawn="1"/>
              </p:nvSpPr>
              <p:spPr>
                <a:xfrm>
                  <a:off x="3196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8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77" name="文本框 176"/>
                <p:cNvSpPr txBox="1"/>
                <p:nvPr userDrawn="1"/>
              </p:nvSpPr>
              <p:spPr>
                <a:xfrm>
                  <a:off x="3517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7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78" name="文本框 177"/>
                <p:cNvSpPr txBox="1"/>
                <p:nvPr userDrawn="1"/>
              </p:nvSpPr>
              <p:spPr>
                <a:xfrm>
                  <a:off x="3758" y="1153"/>
                  <a:ext cx="117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6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  <p:grpSp>
            <p:nvGrpSpPr>
              <p:cNvPr id="179" name="组合 178"/>
              <p:cNvGrpSpPr/>
              <p:nvPr userDrawn="1"/>
            </p:nvGrpSpPr>
            <p:grpSpPr>
              <a:xfrm>
                <a:off x="10820" y="1153"/>
                <a:ext cx="631" cy="414"/>
                <a:chOff x="2989" y="1153"/>
                <a:chExt cx="631" cy="414"/>
              </a:xfrm>
            </p:grpSpPr>
            <p:sp>
              <p:nvSpPr>
                <p:cNvPr id="180" name="文本框 179"/>
                <p:cNvSpPr txBox="1"/>
                <p:nvPr userDrawn="1"/>
              </p:nvSpPr>
              <p:spPr>
                <a:xfrm>
                  <a:off x="2989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3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81" name="文本框 180"/>
                <p:cNvSpPr txBox="1"/>
                <p:nvPr userDrawn="1"/>
              </p:nvSpPr>
              <p:spPr>
                <a:xfrm>
                  <a:off x="3228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2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82" name="文本框 181"/>
                <p:cNvSpPr txBox="1"/>
                <p:nvPr userDrawn="1"/>
              </p:nvSpPr>
              <p:spPr>
                <a:xfrm>
                  <a:off x="3501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1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</p:grpSp>
        <p:sp>
          <p:nvSpPr>
            <p:cNvPr id="183" name="文本框 182"/>
            <p:cNvSpPr txBox="1"/>
            <p:nvPr userDrawn="1"/>
          </p:nvSpPr>
          <p:spPr>
            <a:xfrm>
              <a:off x="4023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5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184" name="文本框 183"/>
            <p:cNvSpPr txBox="1"/>
            <p:nvPr userDrawn="1"/>
          </p:nvSpPr>
          <p:spPr>
            <a:xfrm>
              <a:off x="10649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4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grpSp>
        <p:nvGrpSpPr>
          <p:cNvPr id="185" name="组合 184"/>
          <p:cNvGrpSpPr/>
          <p:nvPr userDrawn="1"/>
        </p:nvGrpSpPr>
        <p:grpSpPr>
          <a:xfrm>
            <a:off x="114027" y="5260524"/>
            <a:ext cx="11965054" cy="1101147"/>
            <a:chOff x="106" y="1708"/>
            <a:chExt cx="11757" cy="1082"/>
          </a:xfrm>
        </p:grpSpPr>
        <p:grpSp>
          <p:nvGrpSpPr>
            <p:cNvPr id="186" name="组合 185"/>
            <p:cNvGrpSpPr/>
            <p:nvPr userDrawn="1"/>
          </p:nvGrpSpPr>
          <p:grpSpPr>
            <a:xfrm>
              <a:off x="106" y="1708"/>
              <a:ext cx="11757" cy="1082"/>
              <a:chOff x="80" y="485"/>
              <a:chExt cx="11757" cy="1082"/>
            </a:xfrm>
          </p:grpSpPr>
          <p:grpSp>
            <p:nvGrpSpPr>
              <p:cNvPr id="187" name="组合 186"/>
              <p:cNvGrpSpPr/>
              <p:nvPr userDrawn="1"/>
            </p:nvGrpSpPr>
            <p:grpSpPr>
              <a:xfrm>
                <a:off x="1164" y="485"/>
                <a:ext cx="10673" cy="668"/>
                <a:chOff x="531" y="693"/>
                <a:chExt cx="10902" cy="668"/>
              </a:xfrm>
            </p:grpSpPr>
            <p:grpSp>
              <p:nvGrpSpPr>
                <p:cNvPr id="188" name="组合 187"/>
                <p:cNvGrpSpPr/>
                <p:nvPr userDrawn="1"/>
              </p:nvGrpSpPr>
              <p:grpSpPr>
                <a:xfrm>
                  <a:off x="10312" y="1131"/>
                  <a:ext cx="727" cy="230"/>
                  <a:chOff x="9859" y="681"/>
                  <a:chExt cx="727" cy="230"/>
                </a:xfrm>
              </p:grpSpPr>
              <p:cxnSp>
                <p:nvCxnSpPr>
                  <p:cNvPr id="189" name="直接连接符 188"/>
                  <p:cNvCxnSpPr/>
                  <p:nvPr userDrawn="1"/>
                </p:nvCxnSpPr>
                <p:spPr>
                  <a:xfrm>
                    <a:off x="10101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直接连接符 189"/>
                  <p:cNvCxnSpPr/>
                  <p:nvPr userDrawn="1"/>
                </p:nvCxnSpPr>
                <p:spPr>
                  <a:xfrm>
                    <a:off x="9859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1" name="直接连接符 190"/>
                  <p:cNvCxnSpPr/>
                  <p:nvPr userDrawn="1"/>
                </p:nvCxnSpPr>
                <p:spPr>
                  <a:xfrm>
                    <a:off x="10344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直接连接符 191"/>
                  <p:cNvCxnSpPr/>
                  <p:nvPr userDrawn="1"/>
                </p:nvCxnSpPr>
                <p:spPr>
                  <a:xfrm>
                    <a:off x="10586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93" name="直接连接符 192"/>
                <p:cNvCxnSpPr/>
                <p:nvPr userDrawn="1"/>
              </p:nvCxnSpPr>
              <p:spPr>
                <a:xfrm>
                  <a:off x="531" y="1276"/>
                  <a:ext cx="10902" cy="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连接符 193"/>
                <p:cNvCxnSpPr/>
                <p:nvPr userDrawn="1"/>
              </p:nvCxnSpPr>
              <p:spPr>
                <a:xfrm>
                  <a:off x="2817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连接符 194"/>
                <p:cNvCxnSpPr/>
                <p:nvPr userDrawn="1"/>
              </p:nvCxnSpPr>
              <p:spPr>
                <a:xfrm>
                  <a:off x="257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接连接符 195"/>
                <p:cNvCxnSpPr/>
                <p:nvPr userDrawn="1"/>
              </p:nvCxnSpPr>
              <p:spPr>
                <a:xfrm>
                  <a:off x="3059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直接连接符 196"/>
                <p:cNvCxnSpPr/>
                <p:nvPr userDrawn="1"/>
              </p:nvCxnSpPr>
              <p:spPr>
                <a:xfrm>
                  <a:off x="3301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直接连接符 197"/>
                <p:cNvCxnSpPr/>
                <p:nvPr userDrawn="1"/>
              </p:nvCxnSpPr>
              <p:spPr>
                <a:xfrm>
                  <a:off x="354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199" name="组合 198"/>
                <p:cNvGrpSpPr/>
                <p:nvPr userDrawn="1"/>
              </p:nvGrpSpPr>
              <p:grpSpPr>
                <a:xfrm rot="0">
                  <a:off x="981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200" name="矩形 199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1" name="文本框 200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/>
                      <a:t>DI</a:t>
                    </a:r>
                    <a:r>
                      <a:rPr lang="en-US" altLang="zh-CN" sz="2560" i="1">
                        <a:cs typeface="Arial" panose="020B0604020202020204" pitchFamily="34" charset="0"/>
                      </a:rPr>
                      <a:t>FS</a:t>
                    </a:r>
                    <a:endParaRPr lang="zh-CN" altLang="en-US" sz="2560" i="1"/>
                  </a:p>
                </p:txBody>
              </p:sp>
            </p:grpSp>
            <p:grpSp>
              <p:nvGrpSpPr>
                <p:cNvPr id="202" name="组合 201"/>
                <p:cNvGrpSpPr/>
                <p:nvPr userDrawn="1"/>
              </p:nvGrpSpPr>
              <p:grpSpPr>
                <a:xfrm rot="0">
                  <a:off x="3544" y="693"/>
                  <a:ext cx="2228" cy="582"/>
                  <a:chOff x="1846" y="681"/>
                  <a:chExt cx="1594" cy="582"/>
                </a:xfrm>
              </p:grpSpPr>
              <p:sp>
                <p:nvSpPr>
                  <p:cNvPr id="203" name="矩形 202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5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" name="文本框 203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P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acket 2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205" name="组合 204"/>
                <p:cNvGrpSpPr/>
                <p:nvPr userDrawn="1"/>
              </p:nvGrpSpPr>
              <p:grpSpPr>
                <a:xfrm rot="0">
                  <a:off x="5772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206" name="矩形 205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7" name="文本框 206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S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IFS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208" name="组合 207"/>
                <p:cNvGrpSpPr/>
                <p:nvPr userDrawn="1"/>
              </p:nvGrpSpPr>
              <p:grpSpPr>
                <a:xfrm>
                  <a:off x="7366" y="693"/>
                  <a:ext cx="1352" cy="582"/>
                  <a:chOff x="1846" y="681"/>
                  <a:chExt cx="1594" cy="582"/>
                </a:xfrm>
              </p:grpSpPr>
              <p:sp>
                <p:nvSpPr>
                  <p:cNvPr id="209" name="矩形 208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rgbClr val="FBE5D6">
                      <a:alpha val="100000"/>
                    </a:srgb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10" name="文本框 209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CK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211" name="组合 210"/>
                <p:cNvGrpSpPr/>
                <p:nvPr userDrawn="1"/>
              </p:nvGrpSpPr>
              <p:grpSpPr>
                <a:xfrm rot="0">
                  <a:off x="8718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212" name="矩形 211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13" name="文本框 212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/>
                      <a:t>DI</a:t>
                    </a:r>
                    <a:r>
                      <a:rPr lang="en-US" altLang="zh-CN" sz="2560" i="1">
                        <a:cs typeface="Arial" panose="020B0604020202020204" pitchFamily="34" charset="0"/>
                      </a:rPr>
                      <a:t>FS</a:t>
                    </a:r>
                    <a:endParaRPr lang="zh-CN" altLang="en-US" sz="2560" i="1"/>
                  </a:p>
                </p:txBody>
              </p:sp>
            </p:grpSp>
          </p:grpSp>
          <p:sp>
            <p:nvSpPr>
              <p:cNvPr id="214" name="文本框 213"/>
              <p:cNvSpPr txBox="1"/>
              <p:nvPr userDrawn="1"/>
            </p:nvSpPr>
            <p:spPr>
              <a:xfrm>
                <a:off x="80" y="485"/>
                <a:ext cx="1523" cy="582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885">
                    <a:latin typeface="SimHei" charset="0"/>
                    <a:ea typeface="SimHei" charset="0"/>
                    <a:cs typeface="SimHei" charset="0"/>
                  </a:rPr>
                  <a:t>AP</a:t>
                </a:r>
                <a:endParaRPr lang="zh-CN" altLang="en-US" sz="2885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grpSp>
            <p:nvGrpSpPr>
              <p:cNvPr id="215" name="组合 214"/>
              <p:cNvGrpSpPr/>
              <p:nvPr userDrawn="1"/>
            </p:nvGrpSpPr>
            <p:grpSpPr>
              <a:xfrm>
                <a:off x="2943" y="1153"/>
                <a:ext cx="931" cy="414"/>
                <a:chOff x="2943" y="1153"/>
                <a:chExt cx="931" cy="414"/>
              </a:xfrm>
            </p:grpSpPr>
            <p:sp>
              <p:nvSpPr>
                <p:cNvPr id="216" name="文本框 215"/>
                <p:cNvSpPr txBox="1"/>
                <p:nvPr userDrawn="1"/>
              </p:nvSpPr>
              <p:spPr>
                <a:xfrm>
                  <a:off x="2943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8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217" name="文本框 216"/>
                <p:cNvSpPr txBox="1"/>
                <p:nvPr userDrawn="1"/>
              </p:nvSpPr>
              <p:spPr>
                <a:xfrm>
                  <a:off x="3196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7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218" name="文本框 217"/>
                <p:cNvSpPr txBox="1"/>
                <p:nvPr userDrawn="1"/>
              </p:nvSpPr>
              <p:spPr>
                <a:xfrm>
                  <a:off x="3517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6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219" name="文本框 218"/>
                <p:cNvSpPr txBox="1"/>
                <p:nvPr userDrawn="1"/>
              </p:nvSpPr>
              <p:spPr>
                <a:xfrm>
                  <a:off x="3758" y="1153"/>
                  <a:ext cx="117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5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  <p:grpSp>
            <p:nvGrpSpPr>
              <p:cNvPr id="220" name="组合 219"/>
              <p:cNvGrpSpPr/>
              <p:nvPr userDrawn="1"/>
            </p:nvGrpSpPr>
            <p:grpSpPr>
              <a:xfrm>
                <a:off x="10806" y="1153"/>
                <a:ext cx="645" cy="414"/>
                <a:chOff x="2975" y="1153"/>
                <a:chExt cx="645" cy="414"/>
              </a:xfrm>
            </p:grpSpPr>
            <p:sp>
              <p:nvSpPr>
                <p:cNvPr id="221" name="文本框 220"/>
                <p:cNvSpPr txBox="1"/>
                <p:nvPr userDrawn="1"/>
              </p:nvSpPr>
              <p:spPr>
                <a:xfrm>
                  <a:off x="2975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2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222" name="文本框 221"/>
                <p:cNvSpPr txBox="1"/>
                <p:nvPr userDrawn="1"/>
              </p:nvSpPr>
              <p:spPr>
                <a:xfrm>
                  <a:off x="3228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1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223" name="文本框 222"/>
                <p:cNvSpPr txBox="1"/>
                <p:nvPr userDrawn="1"/>
              </p:nvSpPr>
              <p:spPr>
                <a:xfrm>
                  <a:off x="3501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0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</p:grpSp>
        <p:sp>
          <p:nvSpPr>
            <p:cNvPr id="224" name="文本框 223"/>
            <p:cNvSpPr txBox="1"/>
            <p:nvPr userDrawn="1"/>
          </p:nvSpPr>
          <p:spPr>
            <a:xfrm>
              <a:off x="4023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4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225" name="文本框 224"/>
            <p:cNvSpPr txBox="1"/>
            <p:nvPr userDrawn="1"/>
          </p:nvSpPr>
          <p:spPr>
            <a:xfrm>
              <a:off x="10649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3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sp>
        <p:nvSpPr>
          <p:cNvPr id="227" name="矩形 226"/>
          <p:cNvSpPr/>
          <p:nvPr userDrawn="1"/>
        </p:nvSpPr>
        <p:spPr>
          <a:xfrm>
            <a:off x="1416503" y="805180"/>
            <a:ext cx="2319360" cy="592299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非计数空闲</a:t>
            </a:r>
            <a:endParaRPr lang="zh-CN" altLang="en-US" sz="2885">
              <a:solidFill>
                <a:srgbClr val="000000"/>
              </a:solidFill>
            </a:endParaRPr>
          </a:p>
        </p:txBody>
      </p:sp>
      <p:sp>
        <p:nvSpPr>
          <p:cNvPr id="228" name="矩形 227"/>
          <p:cNvSpPr/>
          <p:nvPr userDrawn="1"/>
        </p:nvSpPr>
        <p:spPr>
          <a:xfrm>
            <a:off x="4419775" y="805220"/>
            <a:ext cx="1366860" cy="592299"/>
          </a:xfrm>
          <a:prstGeom prst="rect">
            <a:avLst/>
          </a:prstGeom>
          <a:solidFill>
            <a:srgbClr val="DEEBF7">
              <a:alpha val="100000"/>
            </a:srgb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接收</a:t>
            </a:r>
            <a:endParaRPr lang="zh-CN" altLang="en-US"/>
          </a:p>
        </p:txBody>
      </p:sp>
      <p:sp>
        <p:nvSpPr>
          <p:cNvPr id="229" name="矩形 228"/>
          <p:cNvSpPr/>
          <p:nvPr userDrawn="1"/>
        </p:nvSpPr>
        <p:spPr>
          <a:xfrm>
            <a:off x="6438900" y="805220"/>
            <a:ext cx="1366860" cy="592299"/>
          </a:xfrm>
          <a:prstGeom prst="rect">
            <a:avLst/>
          </a:prstGeom>
          <a:solidFill>
            <a:srgbClr val="FBE5D6">
              <a:alpha val="100000"/>
            </a:srgb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发送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142"/>
          <p:cNvGrpSpPr/>
          <p:nvPr userDrawn="1"/>
        </p:nvGrpSpPr>
        <p:grpSpPr>
          <a:xfrm>
            <a:off x="114300" y="2984267"/>
            <a:ext cx="11965054" cy="1101147"/>
            <a:chOff x="106" y="1708"/>
            <a:chExt cx="11757" cy="1082"/>
          </a:xfrm>
        </p:grpSpPr>
        <p:grpSp>
          <p:nvGrpSpPr>
            <p:cNvPr id="65" name="组合 64"/>
            <p:cNvGrpSpPr/>
            <p:nvPr userDrawn="1"/>
          </p:nvGrpSpPr>
          <p:grpSpPr>
            <a:xfrm>
              <a:off x="106" y="1708"/>
              <a:ext cx="11757" cy="1082"/>
              <a:chOff x="80" y="485"/>
              <a:chExt cx="11757" cy="1082"/>
            </a:xfrm>
          </p:grpSpPr>
          <p:grpSp>
            <p:nvGrpSpPr>
              <p:cNvPr id="66" name="组合 65"/>
              <p:cNvGrpSpPr/>
              <p:nvPr userDrawn="1"/>
            </p:nvGrpSpPr>
            <p:grpSpPr>
              <a:xfrm>
                <a:off x="1164" y="485"/>
                <a:ext cx="10673" cy="668"/>
                <a:chOff x="531" y="693"/>
                <a:chExt cx="10902" cy="668"/>
              </a:xfrm>
            </p:grpSpPr>
            <p:grpSp>
              <p:nvGrpSpPr>
                <p:cNvPr id="67" name="组合 66"/>
                <p:cNvGrpSpPr/>
                <p:nvPr userDrawn="1"/>
              </p:nvGrpSpPr>
              <p:grpSpPr>
                <a:xfrm>
                  <a:off x="10312" y="1131"/>
                  <a:ext cx="727" cy="230"/>
                  <a:chOff x="9859" y="681"/>
                  <a:chExt cx="727" cy="230"/>
                </a:xfrm>
              </p:grpSpPr>
              <p:cxnSp>
                <p:nvCxnSpPr>
                  <p:cNvPr id="68" name="直接连接符 67"/>
                  <p:cNvCxnSpPr/>
                  <p:nvPr userDrawn="1"/>
                </p:nvCxnSpPr>
                <p:spPr>
                  <a:xfrm>
                    <a:off x="10101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连接符 68"/>
                  <p:cNvCxnSpPr/>
                  <p:nvPr userDrawn="1"/>
                </p:nvCxnSpPr>
                <p:spPr>
                  <a:xfrm>
                    <a:off x="9859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连接符 69"/>
                  <p:cNvCxnSpPr/>
                  <p:nvPr userDrawn="1"/>
                </p:nvCxnSpPr>
                <p:spPr>
                  <a:xfrm>
                    <a:off x="10344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接连接符 70"/>
                  <p:cNvCxnSpPr/>
                  <p:nvPr userDrawn="1"/>
                </p:nvCxnSpPr>
                <p:spPr>
                  <a:xfrm>
                    <a:off x="10586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2" name="直接连接符 71"/>
                <p:cNvCxnSpPr/>
                <p:nvPr userDrawn="1"/>
              </p:nvCxnSpPr>
              <p:spPr>
                <a:xfrm>
                  <a:off x="531" y="1276"/>
                  <a:ext cx="10902" cy="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/>
                <p:nvPr userDrawn="1"/>
              </p:nvCxnSpPr>
              <p:spPr>
                <a:xfrm>
                  <a:off x="2817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/>
                <p:nvPr userDrawn="1"/>
              </p:nvCxnSpPr>
              <p:spPr>
                <a:xfrm>
                  <a:off x="257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 userDrawn="1"/>
              </p:nvCxnSpPr>
              <p:spPr>
                <a:xfrm>
                  <a:off x="3059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 userDrawn="1"/>
              </p:nvCxnSpPr>
              <p:spPr>
                <a:xfrm>
                  <a:off x="3301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 userDrawn="1"/>
              </p:nvCxnSpPr>
              <p:spPr>
                <a:xfrm>
                  <a:off x="354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78" name="组合 77"/>
                <p:cNvGrpSpPr/>
                <p:nvPr userDrawn="1"/>
              </p:nvGrpSpPr>
              <p:grpSpPr>
                <a:xfrm rot="0">
                  <a:off x="981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79" name="矩形 78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80" name="文本框 79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/>
                      <a:t>DI</a:t>
                    </a:r>
                    <a:r>
                      <a:rPr lang="en-US" altLang="zh-CN" sz="2560" i="1">
                        <a:cs typeface="Arial" panose="020B0604020202020204" pitchFamily="34" charset="0"/>
                      </a:rPr>
                      <a:t>FS</a:t>
                    </a:r>
                    <a:endParaRPr lang="zh-CN" altLang="en-US" sz="2560" i="1"/>
                  </a:p>
                </p:txBody>
              </p:sp>
            </p:grpSp>
            <p:grpSp>
              <p:nvGrpSpPr>
                <p:cNvPr id="81" name="组合 80"/>
                <p:cNvGrpSpPr/>
                <p:nvPr userDrawn="1"/>
              </p:nvGrpSpPr>
              <p:grpSpPr>
                <a:xfrm rot="0">
                  <a:off x="3544" y="693"/>
                  <a:ext cx="2228" cy="582"/>
                  <a:chOff x="1846" y="681"/>
                  <a:chExt cx="1594" cy="582"/>
                </a:xfrm>
              </p:grpSpPr>
              <p:sp>
                <p:nvSpPr>
                  <p:cNvPr id="82" name="矩形 81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83" name="文本框 82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P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acket 2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84" name="组合 83"/>
                <p:cNvGrpSpPr/>
                <p:nvPr userDrawn="1"/>
              </p:nvGrpSpPr>
              <p:grpSpPr>
                <a:xfrm rot="0">
                  <a:off x="5772" y="693"/>
                  <a:ext cx="2946" cy="582"/>
                  <a:chOff x="1846" y="681"/>
                  <a:chExt cx="2946" cy="582"/>
                </a:xfrm>
              </p:grpSpPr>
              <p:sp>
                <p:nvSpPr>
                  <p:cNvPr id="85" name="矩形 84"/>
                  <p:cNvSpPr/>
                  <p:nvPr userDrawn="1"/>
                </p:nvSpPr>
                <p:spPr>
                  <a:xfrm>
                    <a:off x="1846" y="681"/>
                    <a:ext cx="2946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86" name="文本框 85"/>
                  <p:cNvSpPr txBox="1"/>
                  <p:nvPr userDrawn="1"/>
                </p:nvSpPr>
                <p:spPr>
                  <a:xfrm>
                    <a:off x="2071" y="756"/>
                    <a:ext cx="2528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ACK 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  <a:cs typeface="Arial" panose="020B0604020202020204" pitchFamily="34" charset="0"/>
                      </a:rPr>
                      <a:t>Timeout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90" name="组合 89"/>
                <p:cNvGrpSpPr/>
                <p:nvPr userDrawn="1"/>
              </p:nvGrpSpPr>
              <p:grpSpPr>
                <a:xfrm rot="0">
                  <a:off x="8718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91" name="矩形 90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92" name="文本框 91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/>
                      <a:t>DI</a:t>
                    </a:r>
                    <a:r>
                      <a:rPr lang="en-US" altLang="zh-CN" sz="2560" i="1">
                        <a:cs typeface="Arial" panose="020B0604020202020204" pitchFamily="34" charset="0"/>
                      </a:rPr>
                      <a:t>FS</a:t>
                    </a:r>
                    <a:endParaRPr lang="zh-CN" altLang="en-US" sz="2560" i="1"/>
                  </a:p>
                </p:txBody>
              </p:sp>
            </p:grpSp>
          </p:grpSp>
          <p:sp>
            <p:nvSpPr>
              <p:cNvPr id="93" name="文本框 92"/>
              <p:cNvSpPr txBox="1"/>
              <p:nvPr userDrawn="1"/>
            </p:nvSpPr>
            <p:spPr>
              <a:xfrm>
                <a:off x="80" y="485"/>
                <a:ext cx="1523" cy="582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885">
                    <a:latin typeface="SimHei" charset="0"/>
                    <a:ea typeface="SimHei" charset="0"/>
                    <a:cs typeface="SimHei" charset="0"/>
                  </a:rPr>
                  <a:t>STA 2</a:t>
                </a:r>
                <a:endParaRPr lang="zh-CN" altLang="en-US" sz="2885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grpSp>
            <p:nvGrpSpPr>
              <p:cNvPr id="94" name="组合 93"/>
              <p:cNvGrpSpPr/>
              <p:nvPr userDrawn="1"/>
            </p:nvGrpSpPr>
            <p:grpSpPr>
              <a:xfrm>
                <a:off x="2943" y="1153"/>
                <a:ext cx="931" cy="414"/>
                <a:chOff x="2943" y="1153"/>
                <a:chExt cx="931" cy="414"/>
              </a:xfrm>
            </p:grpSpPr>
            <p:sp>
              <p:nvSpPr>
                <p:cNvPr id="95" name="文本框 94"/>
                <p:cNvSpPr txBox="1"/>
                <p:nvPr userDrawn="1"/>
              </p:nvSpPr>
              <p:spPr>
                <a:xfrm>
                  <a:off x="2943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4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96" name="文本框 95"/>
                <p:cNvSpPr txBox="1"/>
                <p:nvPr userDrawn="1"/>
              </p:nvSpPr>
              <p:spPr>
                <a:xfrm>
                  <a:off x="3196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3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97" name="文本框 96"/>
                <p:cNvSpPr txBox="1"/>
                <p:nvPr userDrawn="1"/>
              </p:nvSpPr>
              <p:spPr>
                <a:xfrm>
                  <a:off x="3517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2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98" name="文本框 97"/>
                <p:cNvSpPr txBox="1"/>
                <p:nvPr userDrawn="1"/>
              </p:nvSpPr>
              <p:spPr>
                <a:xfrm>
                  <a:off x="3758" y="1153"/>
                  <a:ext cx="117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1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  <p:grpSp>
            <p:nvGrpSpPr>
              <p:cNvPr id="99" name="组合 98"/>
              <p:cNvGrpSpPr/>
              <p:nvPr userDrawn="1"/>
            </p:nvGrpSpPr>
            <p:grpSpPr>
              <a:xfrm>
                <a:off x="10805" y="1153"/>
                <a:ext cx="662" cy="414"/>
                <a:chOff x="2974" y="1153"/>
                <a:chExt cx="662" cy="414"/>
              </a:xfrm>
            </p:grpSpPr>
            <p:sp>
              <p:nvSpPr>
                <p:cNvPr id="100" name="文本框 99"/>
                <p:cNvSpPr txBox="1"/>
                <p:nvPr userDrawn="1"/>
              </p:nvSpPr>
              <p:spPr>
                <a:xfrm>
                  <a:off x="2974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7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01" name="文本框 100"/>
                <p:cNvSpPr txBox="1"/>
                <p:nvPr userDrawn="1"/>
              </p:nvSpPr>
              <p:spPr>
                <a:xfrm>
                  <a:off x="3238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6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02" name="文本框 101"/>
                <p:cNvSpPr txBox="1"/>
                <p:nvPr userDrawn="1"/>
              </p:nvSpPr>
              <p:spPr>
                <a:xfrm>
                  <a:off x="3517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5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</p:grpSp>
        <p:sp>
          <p:nvSpPr>
            <p:cNvPr id="141" name="文本框 140"/>
            <p:cNvSpPr txBox="1"/>
            <p:nvPr userDrawn="1"/>
          </p:nvSpPr>
          <p:spPr>
            <a:xfrm>
              <a:off x="4023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0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142" name="文本框 141"/>
            <p:cNvSpPr txBox="1"/>
            <p:nvPr userDrawn="1"/>
          </p:nvSpPr>
          <p:spPr>
            <a:xfrm>
              <a:off x="10649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8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grpSp>
        <p:nvGrpSpPr>
          <p:cNvPr id="144" name="组合 143"/>
          <p:cNvGrpSpPr/>
          <p:nvPr userDrawn="1"/>
        </p:nvGrpSpPr>
        <p:grpSpPr>
          <a:xfrm>
            <a:off x="114300" y="1695185"/>
            <a:ext cx="11965054" cy="1101147"/>
            <a:chOff x="106" y="1708"/>
            <a:chExt cx="11757" cy="1082"/>
          </a:xfrm>
        </p:grpSpPr>
        <p:grpSp>
          <p:nvGrpSpPr>
            <p:cNvPr id="145" name="组合 144"/>
            <p:cNvGrpSpPr/>
            <p:nvPr userDrawn="1"/>
          </p:nvGrpSpPr>
          <p:grpSpPr>
            <a:xfrm>
              <a:off x="106" y="1708"/>
              <a:ext cx="11757" cy="1082"/>
              <a:chOff x="80" y="485"/>
              <a:chExt cx="11757" cy="1082"/>
            </a:xfrm>
          </p:grpSpPr>
          <p:grpSp>
            <p:nvGrpSpPr>
              <p:cNvPr id="146" name="组合 145"/>
              <p:cNvGrpSpPr/>
              <p:nvPr userDrawn="1"/>
            </p:nvGrpSpPr>
            <p:grpSpPr>
              <a:xfrm>
                <a:off x="1164" y="485"/>
                <a:ext cx="10673" cy="668"/>
                <a:chOff x="531" y="693"/>
                <a:chExt cx="10902" cy="668"/>
              </a:xfrm>
            </p:grpSpPr>
            <p:grpSp>
              <p:nvGrpSpPr>
                <p:cNvPr id="147" name="组合 146"/>
                <p:cNvGrpSpPr/>
                <p:nvPr userDrawn="1"/>
              </p:nvGrpSpPr>
              <p:grpSpPr>
                <a:xfrm>
                  <a:off x="10312" y="1131"/>
                  <a:ext cx="727" cy="230"/>
                  <a:chOff x="9859" y="681"/>
                  <a:chExt cx="727" cy="230"/>
                </a:xfrm>
              </p:grpSpPr>
              <p:cxnSp>
                <p:nvCxnSpPr>
                  <p:cNvPr id="148" name="直接连接符 147"/>
                  <p:cNvCxnSpPr/>
                  <p:nvPr userDrawn="1"/>
                </p:nvCxnSpPr>
                <p:spPr>
                  <a:xfrm>
                    <a:off x="10101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直接连接符 148"/>
                  <p:cNvCxnSpPr/>
                  <p:nvPr userDrawn="1"/>
                </p:nvCxnSpPr>
                <p:spPr>
                  <a:xfrm>
                    <a:off x="9859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直接连接符 149"/>
                  <p:cNvCxnSpPr/>
                  <p:nvPr userDrawn="1"/>
                </p:nvCxnSpPr>
                <p:spPr>
                  <a:xfrm>
                    <a:off x="10344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直接连接符 150"/>
                  <p:cNvCxnSpPr/>
                  <p:nvPr userDrawn="1"/>
                </p:nvCxnSpPr>
                <p:spPr>
                  <a:xfrm>
                    <a:off x="10586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2" name="直接连接符 151"/>
                <p:cNvCxnSpPr/>
                <p:nvPr userDrawn="1"/>
              </p:nvCxnSpPr>
              <p:spPr>
                <a:xfrm>
                  <a:off x="531" y="1276"/>
                  <a:ext cx="10902" cy="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/>
                <p:cNvCxnSpPr/>
                <p:nvPr userDrawn="1"/>
              </p:nvCxnSpPr>
              <p:spPr>
                <a:xfrm>
                  <a:off x="2817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直接连接符 153"/>
                <p:cNvCxnSpPr/>
                <p:nvPr userDrawn="1"/>
              </p:nvCxnSpPr>
              <p:spPr>
                <a:xfrm>
                  <a:off x="257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接连接符 154"/>
                <p:cNvCxnSpPr/>
                <p:nvPr userDrawn="1"/>
              </p:nvCxnSpPr>
              <p:spPr>
                <a:xfrm>
                  <a:off x="3059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/>
                <p:cNvCxnSpPr/>
                <p:nvPr userDrawn="1"/>
              </p:nvCxnSpPr>
              <p:spPr>
                <a:xfrm>
                  <a:off x="3301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接连接符 156"/>
                <p:cNvCxnSpPr/>
                <p:nvPr userDrawn="1"/>
              </p:nvCxnSpPr>
              <p:spPr>
                <a:xfrm>
                  <a:off x="354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158" name="组合 157"/>
                <p:cNvGrpSpPr/>
                <p:nvPr userDrawn="1"/>
              </p:nvGrpSpPr>
              <p:grpSpPr>
                <a:xfrm rot="0">
                  <a:off x="981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159" name="矩形 158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60" name="文本框 159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/>
                      <a:t>DI</a:t>
                    </a:r>
                    <a:r>
                      <a:rPr lang="en-US" altLang="zh-CN" sz="2560" i="1">
                        <a:cs typeface="Arial" panose="020B0604020202020204" pitchFamily="34" charset="0"/>
                      </a:rPr>
                      <a:t>FS</a:t>
                    </a:r>
                    <a:endParaRPr lang="zh-CN" altLang="en-US" sz="2560" i="1"/>
                  </a:p>
                </p:txBody>
              </p:sp>
            </p:grpSp>
            <p:grpSp>
              <p:nvGrpSpPr>
                <p:cNvPr id="161" name="组合 160"/>
                <p:cNvGrpSpPr/>
                <p:nvPr userDrawn="1"/>
              </p:nvGrpSpPr>
              <p:grpSpPr>
                <a:xfrm rot="0">
                  <a:off x="3544" y="693"/>
                  <a:ext cx="2228" cy="582"/>
                  <a:chOff x="1846" y="681"/>
                  <a:chExt cx="1594" cy="582"/>
                </a:xfrm>
              </p:grpSpPr>
              <p:sp>
                <p:nvSpPr>
                  <p:cNvPr id="162" name="矩形 161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rgbClr val="DEEBF7">
                      <a:alpha val="100000"/>
                    </a:srgb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63" name="文本框 162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P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acket 2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164" name="组合 163"/>
                <p:cNvGrpSpPr/>
                <p:nvPr userDrawn="1"/>
              </p:nvGrpSpPr>
              <p:grpSpPr>
                <a:xfrm rot="0">
                  <a:off x="5772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165" name="矩形 164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66" name="文本框 165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S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IFS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167" name="组合 166"/>
                <p:cNvGrpSpPr/>
                <p:nvPr userDrawn="1"/>
              </p:nvGrpSpPr>
              <p:grpSpPr>
                <a:xfrm>
                  <a:off x="7366" y="693"/>
                  <a:ext cx="1352" cy="582"/>
                  <a:chOff x="1846" y="681"/>
                  <a:chExt cx="1594" cy="582"/>
                </a:xfrm>
              </p:grpSpPr>
              <p:sp>
                <p:nvSpPr>
                  <p:cNvPr id="168" name="矩形 167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rgbClr val="EDEDED">
                      <a:alpha val="100000"/>
                    </a:srgb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69" name="文本框 168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CK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170" name="组合 169"/>
                <p:cNvGrpSpPr/>
                <p:nvPr userDrawn="1"/>
              </p:nvGrpSpPr>
              <p:grpSpPr>
                <a:xfrm rot="0">
                  <a:off x="8718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171" name="矩形 170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72" name="文本框 171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/>
                      <a:t>DI</a:t>
                    </a:r>
                    <a:r>
                      <a:rPr lang="en-US" altLang="zh-CN" sz="2560" i="1">
                        <a:cs typeface="Arial" panose="020B0604020202020204" pitchFamily="34" charset="0"/>
                      </a:rPr>
                      <a:t>FS</a:t>
                    </a:r>
                    <a:endParaRPr lang="zh-CN" altLang="en-US" sz="2560" i="1"/>
                  </a:p>
                </p:txBody>
              </p:sp>
            </p:grpSp>
          </p:grpSp>
          <p:sp>
            <p:nvSpPr>
              <p:cNvPr id="173" name="文本框 172"/>
              <p:cNvSpPr txBox="1"/>
              <p:nvPr userDrawn="1"/>
            </p:nvSpPr>
            <p:spPr>
              <a:xfrm>
                <a:off x="80" y="485"/>
                <a:ext cx="1523" cy="582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885">
                    <a:latin typeface="SimHei" charset="0"/>
                    <a:ea typeface="SimHei" charset="0"/>
                    <a:cs typeface="SimHei" charset="0"/>
                  </a:rPr>
                  <a:t>STA 1</a:t>
                </a:r>
                <a:endParaRPr lang="zh-CN" altLang="en-US" sz="2885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grpSp>
            <p:nvGrpSpPr>
              <p:cNvPr id="174" name="组合 173"/>
              <p:cNvGrpSpPr/>
              <p:nvPr userDrawn="1"/>
            </p:nvGrpSpPr>
            <p:grpSpPr>
              <a:xfrm>
                <a:off x="2943" y="1153"/>
                <a:ext cx="931" cy="414"/>
                <a:chOff x="2943" y="1153"/>
                <a:chExt cx="931" cy="414"/>
              </a:xfrm>
            </p:grpSpPr>
            <p:sp>
              <p:nvSpPr>
                <p:cNvPr id="175" name="文本框 174"/>
                <p:cNvSpPr txBox="1"/>
                <p:nvPr userDrawn="1"/>
              </p:nvSpPr>
              <p:spPr>
                <a:xfrm>
                  <a:off x="2943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9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76" name="文本框 175"/>
                <p:cNvSpPr txBox="1"/>
                <p:nvPr userDrawn="1"/>
              </p:nvSpPr>
              <p:spPr>
                <a:xfrm>
                  <a:off x="3196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8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77" name="文本框 176"/>
                <p:cNvSpPr txBox="1"/>
                <p:nvPr userDrawn="1"/>
              </p:nvSpPr>
              <p:spPr>
                <a:xfrm>
                  <a:off x="3517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7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78" name="文本框 177"/>
                <p:cNvSpPr txBox="1"/>
                <p:nvPr userDrawn="1"/>
              </p:nvSpPr>
              <p:spPr>
                <a:xfrm>
                  <a:off x="3758" y="1153"/>
                  <a:ext cx="117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6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  <p:grpSp>
            <p:nvGrpSpPr>
              <p:cNvPr id="179" name="组合 178"/>
              <p:cNvGrpSpPr/>
              <p:nvPr userDrawn="1"/>
            </p:nvGrpSpPr>
            <p:grpSpPr>
              <a:xfrm>
                <a:off x="10821" y="1153"/>
                <a:ext cx="630" cy="414"/>
                <a:chOff x="2990" y="1153"/>
                <a:chExt cx="630" cy="414"/>
              </a:xfrm>
            </p:grpSpPr>
            <p:sp>
              <p:nvSpPr>
                <p:cNvPr id="180" name="文本框 179"/>
                <p:cNvSpPr txBox="1"/>
                <p:nvPr userDrawn="1"/>
              </p:nvSpPr>
              <p:spPr>
                <a:xfrm>
                  <a:off x="2990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3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81" name="文本框 180"/>
                <p:cNvSpPr txBox="1"/>
                <p:nvPr userDrawn="1"/>
              </p:nvSpPr>
              <p:spPr>
                <a:xfrm>
                  <a:off x="3227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2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182" name="文本框 181"/>
                <p:cNvSpPr txBox="1"/>
                <p:nvPr userDrawn="1"/>
              </p:nvSpPr>
              <p:spPr>
                <a:xfrm>
                  <a:off x="3501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1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</p:grpSp>
        <p:sp>
          <p:nvSpPr>
            <p:cNvPr id="183" name="文本框 182"/>
            <p:cNvSpPr txBox="1"/>
            <p:nvPr userDrawn="1"/>
          </p:nvSpPr>
          <p:spPr>
            <a:xfrm>
              <a:off x="4023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5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184" name="文本框 183"/>
            <p:cNvSpPr txBox="1"/>
            <p:nvPr userDrawn="1"/>
          </p:nvSpPr>
          <p:spPr>
            <a:xfrm>
              <a:off x="10649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4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114538" y="5406387"/>
            <a:ext cx="11964035" cy="1100455"/>
            <a:chOff x="180" y="8284"/>
            <a:chExt cx="18841" cy="1733"/>
          </a:xfrm>
        </p:grpSpPr>
        <p:cxnSp>
          <p:nvCxnSpPr>
            <p:cNvPr id="193" name="直接连接符 192"/>
            <p:cNvCxnSpPr/>
            <p:nvPr userDrawn="1"/>
          </p:nvCxnSpPr>
          <p:spPr>
            <a:xfrm>
              <a:off x="1917" y="9219"/>
              <a:ext cx="17105" cy="0"/>
            </a:xfrm>
            <a:prstGeom prst="line">
              <a:avLst/>
            </a:prstGeom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 userDrawn="1"/>
          </p:nvCxnSpPr>
          <p:spPr>
            <a:xfrm>
              <a:off x="5504" y="8986"/>
              <a:ext cx="0" cy="369"/>
            </a:xfrm>
            <a:prstGeom prst="line">
              <a:avLst/>
            </a:prstGeom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 userDrawn="1"/>
          </p:nvCxnSpPr>
          <p:spPr>
            <a:xfrm>
              <a:off x="5122" y="8986"/>
              <a:ext cx="0" cy="369"/>
            </a:xfrm>
            <a:prstGeom prst="line">
              <a:avLst/>
            </a:prstGeom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 userDrawn="1"/>
          </p:nvCxnSpPr>
          <p:spPr>
            <a:xfrm>
              <a:off x="5883" y="8986"/>
              <a:ext cx="0" cy="369"/>
            </a:xfrm>
            <a:prstGeom prst="line">
              <a:avLst/>
            </a:prstGeom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 userDrawn="1"/>
          </p:nvCxnSpPr>
          <p:spPr>
            <a:xfrm>
              <a:off x="6263" y="8986"/>
              <a:ext cx="0" cy="369"/>
            </a:xfrm>
            <a:prstGeom prst="line">
              <a:avLst/>
            </a:prstGeom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 userDrawn="1"/>
          </p:nvCxnSpPr>
          <p:spPr>
            <a:xfrm>
              <a:off x="6644" y="8986"/>
              <a:ext cx="0" cy="369"/>
            </a:xfrm>
            <a:prstGeom prst="line">
              <a:avLst/>
            </a:prstGeom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99" name="组合 198"/>
            <p:cNvGrpSpPr/>
            <p:nvPr userDrawn="1"/>
          </p:nvGrpSpPr>
          <p:grpSpPr>
            <a:xfrm rot="0">
              <a:off x="2623" y="8284"/>
              <a:ext cx="2501" cy="933"/>
              <a:chOff x="1846" y="681"/>
              <a:chExt cx="1594" cy="582"/>
            </a:xfrm>
          </p:grpSpPr>
          <p:sp>
            <p:nvSpPr>
              <p:cNvPr id="200" name="矩形 199"/>
              <p:cNvSpPr/>
              <p:nvPr userDrawn="1"/>
            </p:nvSpPr>
            <p:spPr>
              <a:xfrm>
                <a:off x="1846" y="681"/>
                <a:ext cx="1594" cy="58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100000"/>
                </a:schemeClr>
              </a:solidFill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algn="ctr"/>
                <a:endParaRPr lang="zh-CN" altLang="en-US" sz="2885">
                  <a:solidFill>
                    <a:srgbClr val="000000"/>
                  </a:solidFill>
                </a:endParaRPr>
              </a:p>
            </p:txBody>
          </p:sp>
          <p:sp>
            <p:nvSpPr>
              <p:cNvPr id="201" name="文本框 200"/>
              <p:cNvSpPr txBox="1"/>
              <p:nvPr userDrawn="1"/>
            </p:nvSpPr>
            <p:spPr>
              <a:xfrm>
                <a:off x="2071" y="756"/>
                <a:ext cx="1142" cy="433"/>
              </a:xfrm>
              <a:prstGeom prst="rect">
                <a:avLst/>
              </a:prstGeom>
            </p:spPr>
            <p:txBody>
              <a:bodyPr wrap="square" rtlCol="0" anchor="ctr">
                <a:noAutofit/>
              </a:bodyPr>
              <a:p>
                <a:pPr algn="ctr"/>
                <a:r>
                  <a:rPr lang="en-US" altLang="zh-CN" sz="2560" i="1"/>
                  <a:t>DI</a:t>
                </a:r>
                <a:r>
                  <a:rPr lang="en-US" altLang="zh-CN" sz="2560" i="1">
                    <a:cs typeface="Arial" panose="020B0604020202020204" pitchFamily="34" charset="0"/>
                  </a:rPr>
                  <a:t>FS</a:t>
                </a:r>
                <a:endParaRPr lang="zh-CN" altLang="en-US" sz="2560" i="1"/>
              </a:p>
            </p:txBody>
          </p:sp>
        </p:grpSp>
        <p:grpSp>
          <p:nvGrpSpPr>
            <p:cNvPr id="202" name="组合 201"/>
            <p:cNvGrpSpPr/>
            <p:nvPr userDrawn="1"/>
          </p:nvGrpSpPr>
          <p:grpSpPr>
            <a:xfrm rot="0">
              <a:off x="6644" y="8284"/>
              <a:ext cx="3496" cy="933"/>
              <a:chOff x="1846" y="681"/>
              <a:chExt cx="1594" cy="582"/>
            </a:xfrm>
          </p:grpSpPr>
          <p:sp>
            <p:nvSpPr>
              <p:cNvPr id="203" name="矩形 202"/>
              <p:cNvSpPr/>
              <p:nvPr userDrawn="1"/>
            </p:nvSpPr>
            <p:spPr>
              <a:xfrm>
                <a:off x="1846" y="681"/>
                <a:ext cx="1594" cy="582"/>
              </a:xfrm>
              <a:prstGeom prst="rect">
                <a:avLst/>
              </a:prstGeom>
              <a:solidFill>
                <a:srgbClr val="5B9BD5">
                  <a:alpha val="100000"/>
                </a:srgbClr>
              </a:solidFill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algn="ctr"/>
                <a:endParaRPr lang="zh-CN" altLang="en-US" sz="2885">
                  <a:solidFill>
                    <a:srgbClr val="000000"/>
                  </a:solidFill>
                </a:endParaRPr>
              </a:p>
            </p:txBody>
          </p:sp>
          <p:sp>
            <p:nvSpPr>
              <p:cNvPr id="204" name="文本框 203"/>
              <p:cNvSpPr txBox="1"/>
              <p:nvPr userDrawn="1"/>
            </p:nvSpPr>
            <p:spPr>
              <a:xfrm>
                <a:off x="2071" y="756"/>
                <a:ext cx="1142" cy="433"/>
              </a:xfrm>
              <a:prstGeom prst="rect">
                <a:avLst/>
              </a:prstGeom>
            </p:spPr>
            <p:txBody>
              <a:bodyPr wrap="square" rtlCol="0" anchor="ctr">
                <a:noAutofit/>
              </a:bodyPr>
              <a:p>
                <a:pPr algn="ctr"/>
                <a:r>
                  <a:rPr lang="zh-CN" altLang="en-US" sz="2560" i="1">
                    <a:solidFill>
                      <a:schemeClr val="tx1"/>
                    </a:solidFill>
                  </a:rPr>
                  <a:t>P</a:t>
                </a:r>
                <a:r>
                  <a:rPr lang="en-US" altLang="zh-CN" sz="2560" i="1">
                    <a:solidFill>
                      <a:schemeClr val="tx1"/>
                    </a:solidFill>
                  </a:rPr>
                  <a:t>acket 2</a:t>
                </a:r>
                <a:endParaRPr lang="zh-CN" altLang="en-US" sz="2885"/>
              </a:p>
            </p:txBody>
          </p:sp>
        </p:grpSp>
        <p:grpSp>
          <p:nvGrpSpPr>
            <p:cNvPr id="205" name="组合 204"/>
            <p:cNvGrpSpPr/>
            <p:nvPr userDrawn="1"/>
          </p:nvGrpSpPr>
          <p:grpSpPr>
            <a:xfrm rot="0">
              <a:off x="10140" y="8284"/>
              <a:ext cx="2501" cy="933"/>
              <a:chOff x="1846" y="681"/>
              <a:chExt cx="1594" cy="582"/>
            </a:xfrm>
          </p:grpSpPr>
          <p:sp>
            <p:nvSpPr>
              <p:cNvPr id="206" name="矩形 205"/>
              <p:cNvSpPr/>
              <p:nvPr userDrawn="1"/>
            </p:nvSpPr>
            <p:spPr>
              <a:xfrm>
                <a:off x="1846" y="681"/>
                <a:ext cx="1594" cy="58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100000"/>
                </a:schemeClr>
              </a:solidFill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algn="ctr"/>
                <a:endParaRPr lang="zh-CN" altLang="en-US" sz="2885">
                  <a:solidFill>
                    <a:srgbClr val="000000"/>
                  </a:solidFill>
                </a:endParaRPr>
              </a:p>
            </p:txBody>
          </p:sp>
          <p:sp>
            <p:nvSpPr>
              <p:cNvPr id="207" name="文本框 206"/>
              <p:cNvSpPr txBox="1"/>
              <p:nvPr userDrawn="1"/>
            </p:nvSpPr>
            <p:spPr>
              <a:xfrm>
                <a:off x="1846" y="756"/>
                <a:ext cx="1594" cy="433"/>
              </a:xfrm>
              <a:prstGeom prst="rect">
                <a:avLst/>
              </a:prstGeom>
            </p:spPr>
            <p:txBody>
              <a:bodyPr wrap="square" rtlCol="0" anchor="ctr">
                <a:noAutofit/>
              </a:bodyPr>
              <a:p>
                <a:pPr algn="ctr"/>
                <a:r>
                  <a:rPr lang="en-US" altLang="zh-CN" sz="2560" i="1">
                    <a:solidFill>
                      <a:schemeClr val="tx1"/>
                    </a:solidFill>
                  </a:rPr>
                  <a:t>DIFS</a:t>
                </a:r>
                <a:endParaRPr lang="zh-CN" altLang="en-US" sz="2885"/>
              </a:p>
            </p:txBody>
          </p:sp>
        </p:grpSp>
        <p:sp>
          <p:nvSpPr>
            <p:cNvPr id="214" name="文本框 213"/>
            <p:cNvSpPr txBox="1"/>
            <p:nvPr userDrawn="1"/>
          </p:nvSpPr>
          <p:spPr>
            <a:xfrm>
              <a:off x="180" y="8284"/>
              <a:ext cx="2441" cy="933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885">
                  <a:latin typeface="SimHei" charset="0"/>
                  <a:ea typeface="SimHei" charset="0"/>
                  <a:cs typeface="SimHei" charset="0"/>
                </a:rPr>
                <a:t>AP</a:t>
              </a:r>
              <a:endParaRPr lang="zh-CN" altLang="en-US" sz="2885">
                <a:latin typeface="SimHei" charset="0"/>
                <a:ea typeface="SimHei" charset="0"/>
                <a:cs typeface="SimHei" charset="0"/>
              </a:endParaRPr>
            </a:p>
          </p:txBody>
        </p:sp>
        <p:grpSp>
          <p:nvGrpSpPr>
            <p:cNvPr id="215" name="组合 214"/>
            <p:cNvGrpSpPr/>
            <p:nvPr userDrawn="1"/>
          </p:nvGrpSpPr>
          <p:grpSpPr>
            <a:xfrm rot="0">
              <a:off x="4768" y="9355"/>
              <a:ext cx="1492" cy="663"/>
              <a:chOff x="2943" y="1153"/>
              <a:chExt cx="931" cy="414"/>
            </a:xfrm>
          </p:grpSpPr>
          <p:sp>
            <p:nvSpPr>
              <p:cNvPr id="216" name="文本框 215"/>
              <p:cNvSpPr txBox="1"/>
              <p:nvPr userDrawn="1"/>
            </p:nvSpPr>
            <p:spPr>
              <a:xfrm>
                <a:off x="2943" y="1153"/>
                <a:ext cx="264" cy="32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8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217" name="文本框 216"/>
              <p:cNvSpPr txBox="1"/>
              <p:nvPr userDrawn="1"/>
            </p:nvSpPr>
            <p:spPr>
              <a:xfrm>
                <a:off x="3196" y="1153"/>
                <a:ext cx="321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7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218" name="文本框 217"/>
              <p:cNvSpPr txBox="1"/>
              <p:nvPr userDrawn="1"/>
            </p:nvSpPr>
            <p:spPr>
              <a:xfrm>
                <a:off x="3517" y="1153"/>
                <a:ext cx="119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6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219" name="文本框 218"/>
              <p:cNvSpPr txBox="1"/>
              <p:nvPr userDrawn="1"/>
            </p:nvSpPr>
            <p:spPr>
              <a:xfrm>
                <a:off x="3758" y="1153"/>
                <a:ext cx="117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5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</p:grpSp>
        <p:sp>
          <p:nvSpPr>
            <p:cNvPr id="224" name="文本框 223"/>
            <p:cNvSpPr txBox="1"/>
            <p:nvPr userDrawn="1"/>
          </p:nvSpPr>
          <p:spPr>
            <a:xfrm>
              <a:off x="6457" y="9355"/>
              <a:ext cx="188" cy="663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4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grpSp>
          <p:nvGrpSpPr>
            <p:cNvPr id="3" name="组合 2"/>
            <p:cNvGrpSpPr/>
            <p:nvPr userDrawn="1"/>
          </p:nvGrpSpPr>
          <p:grpSpPr>
            <a:xfrm>
              <a:off x="12454" y="8986"/>
              <a:ext cx="1326" cy="1031"/>
              <a:chOff x="17077" y="8986"/>
              <a:chExt cx="1326" cy="1031"/>
            </a:xfrm>
          </p:grpSpPr>
          <p:grpSp>
            <p:nvGrpSpPr>
              <p:cNvPr id="188" name="组合 187"/>
              <p:cNvGrpSpPr/>
              <p:nvPr userDrawn="1"/>
            </p:nvGrpSpPr>
            <p:grpSpPr>
              <a:xfrm rot="0">
                <a:off x="17263" y="8986"/>
                <a:ext cx="1141" cy="369"/>
                <a:chOff x="9859" y="681"/>
                <a:chExt cx="727" cy="230"/>
              </a:xfrm>
            </p:grpSpPr>
            <p:cxnSp>
              <p:nvCxnSpPr>
                <p:cNvPr id="189" name="直接连接符 188"/>
                <p:cNvCxnSpPr/>
                <p:nvPr userDrawn="1"/>
              </p:nvCxnSpPr>
              <p:spPr>
                <a:xfrm>
                  <a:off x="10101" y="68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直接连接符 189"/>
                <p:cNvCxnSpPr/>
                <p:nvPr userDrawn="1"/>
              </p:nvCxnSpPr>
              <p:spPr>
                <a:xfrm>
                  <a:off x="9859" y="68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直接连接符 190"/>
                <p:cNvCxnSpPr/>
                <p:nvPr userDrawn="1"/>
              </p:nvCxnSpPr>
              <p:spPr>
                <a:xfrm>
                  <a:off x="10344" y="68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连接符 191"/>
                <p:cNvCxnSpPr/>
                <p:nvPr userDrawn="1"/>
              </p:nvCxnSpPr>
              <p:spPr>
                <a:xfrm>
                  <a:off x="10586" y="68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组合 219"/>
              <p:cNvGrpSpPr/>
              <p:nvPr userDrawn="1"/>
            </p:nvGrpSpPr>
            <p:grpSpPr>
              <a:xfrm rot="0">
                <a:off x="17370" y="9355"/>
                <a:ext cx="1033" cy="663"/>
                <a:chOff x="2975" y="1153"/>
                <a:chExt cx="645" cy="414"/>
              </a:xfrm>
            </p:grpSpPr>
            <p:sp>
              <p:nvSpPr>
                <p:cNvPr id="221" name="文本框 220"/>
                <p:cNvSpPr txBox="1"/>
                <p:nvPr userDrawn="1"/>
              </p:nvSpPr>
              <p:spPr>
                <a:xfrm>
                  <a:off x="2975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2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222" name="文本框 221"/>
                <p:cNvSpPr txBox="1"/>
                <p:nvPr userDrawn="1"/>
              </p:nvSpPr>
              <p:spPr>
                <a:xfrm>
                  <a:off x="3227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1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223" name="文本框 222"/>
                <p:cNvSpPr txBox="1"/>
                <p:nvPr userDrawn="1"/>
              </p:nvSpPr>
              <p:spPr>
                <a:xfrm>
                  <a:off x="3501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0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  <p:sp>
            <p:nvSpPr>
              <p:cNvPr id="225" name="文本框 224"/>
              <p:cNvSpPr txBox="1"/>
              <p:nvPr userDrawn="1"/>
            </p:nvSpPr>
            <p:spPr>
              <a:xfrm>
                <a:off x="17077" y="9355"/>
                <a:ext cx="187" cy="663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3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</p:grpSp>
      </p:grpSp>
      <p:sp>
        <p:nvSpPr>
          <p:cNvPr id="227" name="矩形 226"/>
          <p:cNvSpPr/>
          <p:nvPr userDrawn="1"/>
        </p:nvSpPr>
        <p:spPr>
          <a:xfrm>
            <a:off x="1665446" y="352743"/>
            <a:ext cx="2319360" cy="592299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非计数空闲</a:t>
            </a:r>
            <a:endParaRPr lang="zh-CN" altLang="en-US" sz="2885">
              <a:solidFill>
                <a:srgbClr val="000000"/>
              </a:solidFill>
            </a:endParaRPr>
          </a:p>
        </p:txBody>
      </p:sp>
      <p:sp>
        <p:nvSpPr>
          <p:cNvPr id="228" name="矩形 227"/>
          <p:cNvSpPr/>
          <p:nvPr userDrawn="1"/>
        </p:nvSpPr>
        <p:spPr>
          <a:xfrm>
            <a:off x="4668718" y="352783"/>
            <a:ext cx="1366860" cy="592299"/>
          </a:xfrm>
          <a:prstGeom prst="rect">
            <a:avLst/>
          </a:prstGeom>
          <a:solidFill>
            <a:srgbClr val="DEEBF7">
              <a:alpha val="100000"/>
            </a:srgb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接收</a:t>
            </a:r>
            <a:endParaRPr lang="zh-CN" altLang="en-US"/>
          </a:p>
        </p:txBody>
      </p:sp>
      <p:sp>
        <p:nvSpPr>
          <p:cNvPr id="229" name="矩形 228"/>
          <p:cNvSpPr/>
          <p:nvPr userDrawn="1"/>
        </p:nvSpPr>
        <p:spPr>
          <a:xfrm>
            <a:off x="6687842" y="352783"/>
            <a:ext cx="1366860" cy="592299"/>
          </a:xfrm>
          <a:prstGeom prst="rect">
            <a:avLst/>
          </a:prstGeom>
          <a:solidFill>
            <a:srgbClr val="FBE5D6">
              <a:alpha val="100000"/>
            </a:srgb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发送</a:t>
            </a: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8705577" y="352743"/>
            <a:ext cx="1747860" cy="592299"/>
          </a:xfrm>
          <a:prstGeom prst="rect">
            <a:avLst/>
          </a:prstGeom>
          <a:solidFill>
            <a:schemeClr val="accent5">
              <a:alpha val="100000"/>
            </a:scheme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错误帧</a:t>
            </a:r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114300" y="4235591"/>
            <a:ext cx="11965054" cy="1101147"/>
            <a:chOff x="106" y="1708"/>
            <a:chExt cx="11757" cy="1082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106" y="1708"/>
              <a:ext cx="11757" cy="1082"/>
              <a:chOff x="80" y="485"/>
              <a:chExt cx="11757" cy="1082"/>
            </a:xfrm>
          </p:grpSpPr>
          <p:grpSp>
            <p:nvGrpSpPr>
              <p:cNvPr id="6" name="组合 5"/>
              <p:cNvGrpSpPr/>
              <p:nvPr userDrawn="1"/>
            </p:nvGrpSpPr>
            <p:grpSpPr>
              <a:xfrm>
                <a:off x="1164" y="485"/>
                <a:ext cx="10673" cy="668"/>
                <a:chOff x="531" y="693"/>
                <a:chExt cx="10902" cy="668"/>
              </a:xfrm>
            </p:grpSpPr>
            <p:grpSp>
              <p:nvGrpSpPr>
                <p:cNvPr id="7" name="组合 6"/>
                <p:cNvGrpSpPr/>
                <p:nvPr userDrawn="1"/>
              </p:nvGrpSpPr>
              <p:grpSpPr>
                <a:xfrm>
                  <a:off x="10312" y="1131"/>
                  <a:ext cx="727" cy="230"/>
                  <a:chOff x="9859" y="681"/>
                  <a:chExt cx="727" cy="230"/>
                </a:xfrm>
              </p:grpSpPr>
              <p:cxnSp>
                <p:nvCxnSpPr>
                  <p:cNvPr id="8" name="直接连接符 7"/>
                  <p:cNvCxnSpPr/>
                  <p:nvPr userDrawn="1"/>
                </p:nvCxnSpPr>
                <p:spPr>
                  <a:xfrm>
                    <a:off x="10101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直接连接符 8"/>
                  <p:cNvCxnSpPr/>
                  <p:nvPr userDrawn="1"/>
                </p:nvCxnSpPr>
                <p:spPr>
                  <a:xfrm>
                    <a:off x="9859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直接连接符 9"/>
                  <p:cNvCxnSpPr/>
                  <p:nvPr userDrawn="1"/>
                </p:nvCxnSpPr>
                <p:spPr>
                  <a:xfrm>
                    <a:off x="10344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直接连接符 10"/>
                  <p:cNvCxnSpPr/>
                  <p:nvPr userDrawn="1"/>
                </p:nvCxnSpPr>
                <p:spPr>
                  <a:xfrm>
                    <a:off x="10586" y="681"/>
                    <a:ext cx="0" cy="23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" name="直接连接符 11"/>
                <p:cNvCxnSpPr/>
                <p:nvPr userDrawn="1"/>
              </p:nvCxnSpPr>
              <p:spPr>
                <a:xfrm>
                  <a:off x="531" y="1276"/>
                  <a:ext cx="10902" cy="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 userDrawn="1"/>
              </p:nvCxnSpPr>
              <p:spPr>
                <a:xfrm>
                  <a:off x="2817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 userDrawn="1"/>
              </p:nvCxnSpPr>
              <p:spPr>
                <a:xfrm>
                  <a:off x="257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 userDrawn="1"/>
              </p:nvCxnSpPr>
              <p:spPr>
                <a:xfrm>
                  <a:off x="3059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 userDrawn="1"/>
              </p:nvCxnSpPr>
              <p:spPr>
                <a:xfrm>
                  <a:off x="3301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 userDrawn="1"/>
              </p:nvCxnSpPr>
              <p:spPr>
                <a:xfrm>
                  <a:off x="3544" y="113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18" name="组合 17"/>
                <p:cNvGrpSpPr/>
                <p:nvPr userDrawn="1"/>
              </p:nvGrpSpPr>
              <p:grpSpPr>
                <a:xfrm rot="0">
                  <a:off x="981" y="693"/>
                  <a:ext cx="1594" cy="582"/>
                  <a:chOff x="1846" y="681"/>
                  <a:chExt cx="1594" cy="582"/>
                </a:xfrm>
              </p:grpSpPr>
              <p:sp>
                <p:nvSpPr>
                  <p:cNvPr id="19" name="矩形 18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" name="文本框 19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/>
                      <a:t>DI</a:t>
                    </a:r>
                    <a:r>
                      <a:rPr lang="en-US" altLang="zh-CN" sz="2560" i="1">
                        <a:cs typeface="Arial" panose="020B0604020202020204" pitchFamily="34" charset="0"/>
                      </a:rPr>
                      <a:t>FS</a:t>
                    </a:r>
                    <a:endParaRPr lang="zh-CN" altLang="en-US" sz="2560" i="1"/>
                  </a:p>
                </p:txBody>
              </p:sp>
            </p:grpSp>
            <p:grpSp>
              <p:nvGrpSpPr>
                <p:cNvPr id="21" name="组合 20"/>
                <p:cNvGrpSpPr/>
                <p:nvPr userDrawn="1"/>
              </p:nvGrpSpPr>
              <p:grpSpPr>
                <a:xfrm rot="0">
                  <a:off x="3544" y="693"/>
                  <a:ext cx="2228" cy="582"/>
                  <a:chOff x="1846" y="681"/>
                  <a:chExt cx="1594" cy="582"/>
                </a:xfrm>
              </p:grpSpPr>
              <p:sp>
                <p:nvSpPr>
                  <p:cNvPr id="22" name="矩形 21"/>
                  <p:cNvSpPr/>
                  <p:nvPr userDrawn="1"/>
                </p:nvSpPr>
                <p:spPr>
                  <a:xfrm>
                    <a:off x="1846" y="681"/>
                    <a:ext cx="1594" cy="582"/>
                  </a:xfrm>
                  <a:prstGeom prst="rect">
                    <a:avLst/>
                  </a:prstGeom>
                  <a:solidFill>
                    <a:srgbClr val="5B9BD5">
                      <a:alpha val="100000"/>
                    </a:srgb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3" name="文本框 22"/>
                  <p:cNvSpPr txBox="1"/>
                  <p:nvPr userDrawn="1"/>
                </p:nvSpPr>
                <p:spPr>
                  <a:xfrm>
                    <a:off x="2071" y="756"/>
                    <a:ext cx="1142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P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acket 2</a:t>
                    </a:r>
                    <a:endParaRPr lang="zh-CN" altLang="en-US" sz="2885"/>
                  </a:p>
                </p:txBody>
              </p:sp>
            </p:grpSp>
            <p:grpSp>
              <p:nvGrpSpPr>
                <p:cNvPr id="24" name="组合 23"/>
                <p:cNvGrpSpPr/>
                <p:nvPr userDrawn="1"/>
              </p:nvGrpSpPr>
              <p:grpSpPr>
                <a:xfrm rot="0">
                  <a:off x="5772" y="693"/>
                  <a:ext cx="4540" cy="582"/>
                  <a:chOff x="1846" y="681"/>
                  <a:chExt cx="4540" cy="582"/>
                </a:xfrm>
              </p:grpSpPr>
              <p:sp>
                <p:nvSpPr>
                  <p:cNvPr id="25" name="矩形 24"/>
                  <p:cNvSpPr/>
                  <p:nvPr userDrawn="1"/>
                </p:nvSpPr>
                <p:spPr>
                  <a:xfrm>
                    <a:off x="1846" y="681"/>
                    <a:ext cx="4540" cy="58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  <a:alpha val="100000"/>
                    </a:schemeClr>
                  </a:solidFill>
                  <a:ln w="19050">
                    <a:solidFill>
                      <a:schemeClr val="tx1">
                        <a:alpha val="10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p>
                    <a:pPr algn="ctr"/>
                    <a:endParaRPr lang="zh-CN" altLang="en-US" sz="288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" name="文本框 25"/>
                  <p:cNvSpPr txBox="1"/>
                  <p:nvPr userDrawn="1"/>
                </p:nvSpPr>
                <p:spPr>
                  <a:xfrm>
                    <a:off x="1846" y="756"/>
                    <a:ext cx="4540" cy="433"/>
                  </a:xfrm>
                  <a:prstGeom prst="rect">
                    <a:avLst/>
                  </a:prstGeom>
                </p:spPr>
                <p:txBody>
                  <a:bodyPr wrap="square" rtlCol="0" anchor="ctr">
                    <a:noAutofit/>
                  </a:bodyPr>
                  <a:p>
                    <a:pPr algn="ctr"/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EIFS </a:t>
                    </a:r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= S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IFS </a:t>
                    </a:r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+ 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ACK </a:t>
                    </a:r>
                    <a:r>
                      <a:rPr lang="zh-CN" altLang="en-US" sz="2560" i="1">
                        <a:solidFill>
                          <a:schemeClr val="tx1"/>
                        </a:solidFill>
                      </a:rPr>
                      <a:t>+ </a:t>
                    </a:r>
                    <a:r>
                      <a:rPr lang="en-US" altLang="zh-CN" sz="2560" i="1">
                        <a:solidFill>
                          <a:schemeClr val="tx1"/>
                        </a:solidFill>
                      </a:rPr>
                      <a:t>DIFS</a:t>
                    </a:r>
                    <a:endParaRPr lang="zh-CN" altLang="en-US" sz="2885"/>
                  </a:p>
                </p:txBody>
              </p:sp>
            </p:grpSp>
          </p:grpSp>
          <p:sp>
            <p:nvSpPr>
              <p:cNvPr id="33" name="文本框 32"/>
              <p:cNvSpPr txBox="1"/>
              <p:nvPr userDrawn="1"/>
            </p:nvSpPr>
            <p:spPr>
              <a:xfrm>
                <a:off x="80" y="485"/>
                <a:ext cx="1523" cy="582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885">
                    <a:latin typeface="SimHei" charset="0"/>
                    <a:ea typeface="SimHei" charset="0"/>
                    <a:cs typeface="SimHei" charset="0"/>
                  </a:rPr>
                  <a:t>STA 3</a:t>
                </a:r>
                <a:endParaRPr lang="zh-CN" altLang="en-US" sz="2885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grpSp>
            <p:nvGrpSpPr>
              <p:cNvPr id="34" name="组合 33"/>
              <p:cNvGrpSpPr/>
              <p:nvPr userDrawn="1"/>
            </p:nvGrpSpPr>
            <p:grpSpPr>
              <a:xfrm>
                <a:off x="2843" y="1153"/>
                <a:ext cx="1032" cy="414"/>
                <a:chOff x="2843" y="1153"/>
                <a:chExt cx="1032" cy="414"/>
              </a:xfrm>
            </p:grpSpPr>
            <p:sp>
              <p:nvSpPr>
                <p:cNvPr id="35" name="文本框 34"/>
                <p:cNvSpPr txBox="1"/>
                <p:nvPr userDrawn="1"/>
              </p:nvSpPr>
              <p:spPr>
                <a:xfrm>
                  <a:off x="2843" y="1153"/>
                  <a:ext cx="463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10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36" name="文本框 35"/>
                <p:cNvSpPr txBox="1"/>
                <p:nvPr userDrawn="1"/>
              </p:nvSpPr>
              <p:spPr>
                <a:xfrm>
                  <a:off x="3196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9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37" name="文本框 36"/>
                <p:cNvSpPr txBox="1"/>
                <p:nvPr userDrawn="1"/>
              </p:nvSpPr>
              <p:spPr>
                <a:xfrm>
                  <a:off x="3517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8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38" name="文本框 37"/>
                <p:cNvSpPr txBox="1"/>
                <p:nvPr userDrawn="1"/>
              </p:nvSpPr>
              <p:spPr>
                <a:xfrm>
                  <a:off x="3758" y="1153"/>
                  <a:ext cx="117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7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  <p:grpSp>
            <p:nvGrpSpPr>
              <p:cNvPr id="39" name="组合 38"/>
              <p:cNvGrpSpPr/>
              <p:nvPr userDrawn="1"/>
            </p:nvGrpSpPr>
            <p:grpSpPr>
              <a:xfrm>
                <a:off x="10821" y="1153"/>
                <a:ext cx="630" cy="414"/>
                <a:chOff x="2990" y="1153"/>
                <a:chExt cx="630" cy="414"/>
              </a:xfrm>
            </p:grpSpPr>
            <p:sp>
              <p:nvSpPr>
                <p:cNvPr id="40" name="文本框 39"/>
                <p:cNvSpPr txBox="1"/>
                <p:nvPr userDrawn="1"/>
              </p:nvSpPr>
              <p:spPr>
                <a:xfrm>
                  <a:off x="2990" y="1153"/>
                  <a:ext cx="264" cy="32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4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41" name="文本框 40"/>
                <p:cNvSpPr txBox="1"/>
                <p:nvPr userDrawn="1"/>
              </p:nvSpPr>
              <p:spPr>
                <a:xfrm>
                  <a:off x="3227" y="1153"/>
                  <a:ext cx="321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3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  <p:sp>
              <p:nvSpPr>
                <p:cNvPr id="42" name="文本框 41"/>
                <p:cNvSpPr txBox="1"/>
                <p:nvPr userDrawn="1"/>
              </p:nvSpPr>
              <p:spPr>
                <a:xfrm>
                  <a:off x="3501" y="1153"/>
                  <a:ext cx="119" cy="414"/>
                </a:xfrm>
                <a:prstGeom prst="rect">
                  <a:avLst/>
                </a:prstGeom>
              </p:spPr>
              <p:txBody>
                <a:bodyPr wrap="square" rtlCol="0">
                  <a:noAutofit/>
                </a:bodyPr>
                <a:p>
                  <a:r>
                    <a:rPr lang="en-US" altLang="zh-CN" sz="2240">
                      <a:latin typeface="SimHei" charset="0"/>
                      <a:ea typeface="SimHei" charset="0"/>
                      <a:cs typeface="SimHei" charset="0"/>
                    </a:rPr>
                    <a:t>2</a:t>
                  </a:r>
                  <a:endParaRPr lang="zh-CN" altLang="en-US" sz="2240">
                    <a:latin typeface="SimHei" charset="0"/>
                    <a:ea typeface="SimHei" charset="0"/>
                    <a:cs typeface="SimHei" charset="0"/>
                  </a:endParaRPr>
                </a:p>
              </p:txBody>
            </p:sp>
          </p:grpSp>
        </p:grpSp>
        <p:sp>
          <p:nvSpPr>
            <p:cNvPr id="43" name="文本框 42"/>
            <p:cNvSpPr txBox="1"/>
            <p:nvPr userDrawn="1"/>
          </p:nvSpPr>
          <p:spPr>
            <a:xfrm>
              <a:off x="4023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6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44" name="文本框 43"/>
            <p:cNvSpPr txBox="1"/>
            <p:nvPr userDrawn="1"/>
          </p:nvSpPr>
          <p:spPr>
            <a:xfrm>
              <a:off x="10649" y="2376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5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64"/>
          <p:cNvGrpSpPr/>
          <p:nvPr userDrawn="1"/>
        </p:nvGrpSpPr>
        <p:grpSpPr>
          <a:xfrm rot="0">
            <a:off x="113665" y="3975100"/>
            <a:ext cx="11965305" cy="1101090"/>
            <a:chOff x="80" y="485"/>
            <a:chExt cx="11757" cy="1082"/>
          </a:xfrm>
        </p:grpSpPr>
        <p:grpSp>
          <p:nvGrpSpPr>
            <p:cNvPr id="66" name="组合 65"/>
            <p:cNvGrpSpPr/>
            <p:nvPr userDrawn="1"/>
          </p:nvGrpSpPr>
          <p:grpSpPr>
            <a:xfrm>
              <a:off x="1164" y="485"/>
              <a:ext cx="10673" cy="668"/>
              <a:chOff x="531" y="693"/>
              <a:chExt cx="10902" cy="668"/>
            </a:xfrm>
          </p:grpSpPr>
          <p:grpSp>
            <p:nvGrpSpPr>
              <p:cNvPr id="67" name="组合 66"/>
              <p:cNvGrpSpPr/>
              <p:nvPr userDrawn="1"/>
            </p:nvGrpSpPr>
            <p:grpSpPr>
              <a:xfrm>
                <a:off x="10312" y="1131"/>
                <a:ext cx="727" cy="230"/>
                <a:chOff x="9859" y="681"/>
                <a:chExt cx="727" cy="230"/>
              </a:xfrm>
            </p:grpSpPr>
            <p:cxnSp>
              <p:nvCxnSpPr>
                <p:cNvPr id="68" name="直接连接符 67"/>
                <p:cNvCxnSpPr/>
                <p:nvPr userDrawn="1"/>
              </p:nvCxnSpPr>
              <p:spPr>
                <a:xfrm>
                  <a:off x="10101" y="68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/>
                <p:nvPr userDrawn="1"/>
              </p:nvCxnSpPr>
              <p:spPr>
                <a:xfrm>
                  <a:off x="9859" y="68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 userDrawn="1"/>
              </p:nvCxnSpPr>
              <p:spPr>
                <a:xfrm>
                  <a:off x="10344" y="68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/>
                <p:cNvCxnSpPr/>
                <p:nvPr userDrawn="1"/>
              </p:nvCxnSpPr>
              <p:spPr>
                <a:xfrm>
                  <a:off x="10586" y="681"/>
                  <a:ext cx="0" cy="230"/>
                </a:xfrm>
                <a:prstGeom prst="line">
                  <a:avLst/>
                </a:prstGeom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2" name="直接连接符 71"/>
              <p:cNvCxnSpPr/>
              <p:nvPr userDrawn="1"/>
            </p:nvCxnSpPr>
            <p:spPr>
              <a:xfrm>
                <a:off x="531" y="1276"/>
                <a:ext cx="10902" cy="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 userDrawn="1"/>
            </p:nvCxnSpPr>
            <p:spPr>
              <a:xfrm>
                <a:off x="2817" y="113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 userDrawn="1"/>
            </p:nvCxnSpPr>
            <p:spPr>
              <a:xfrm>
                <a:off x="2574" y="113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 userDrawn="1"/>
            </p:nvCxnSpPr>
            <p:spPr>
              <a:xfrm>
                <a:off x="3059" y="113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 userDrawn="1"/>
            </p:nvCxnSpPr>
            <p:spPr>
              <a:xfrm>
                <a:off x="3301" y="113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 userDrawn="1"/>
            </p:nvCxnSpPr>
            <p:spPr>
              <a:xfrm>
                <a:off x="3544" y="113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78" name="组合 77"/>
              <p:cNvGrpSpPr/>
              <p:nvPr userDrawn="1"/>
            </p:nvGrpSpPr>
            <p:grpSpPr>
              <a:xfrm rot="0">
                <a:off x="981" y="693"/>
                <a:ext cx="1594" cy="582"/>
                <a:chOff x="1846" y="681"/>
                <a:chExt cx="1594" cy="582"/>
              </a:xfrm>
            </p:grpSpPr>
            <p:sp>
              <p:nvSpPr>
                <p:cNvPr id="79" name="矩形 78"/>
                <p:cNvSpPr/>
                <p:nvPr userDrawn="1"/>
              </p:nvSpPr>
              <p:spPr>
                <a:xfrm>
                  <a:off x="1846" y="681"/>
                  <a:ext cx="1594" cy="582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100000"/>
                  </a:schemeClr>
                </a:solidFill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p>
                  <a:pPr algn="ctr"/>
                  <a:endParaRPr lang="zh-CN" altLang="en-US" sz="2885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0" name="文本框 79"/>
                <p:cNvSpPr txBox="1"/>
                <p:nvPr userDrawn="1"/>
              </p:nvSpPr>
              <p:spPr>
                <a:xfrm>
                  <a:off x="2071" y="756"/>
                  <a:ext cx="1142" cy="433"/>
                </a:xfrm>
                <a:prstGeom prst="rect">
                  <a:avLst/>
                </a:prstGeom>
              </p:spPr>
              <p:txBody>
                <a:bodyPr wrap="square" rtlCol="0" anchor="ctr">
                  <a:noAutofit/>
                </a:bodyPr>
                <a:p>
                  <a:pPr algn="ctr"/>
                  <a:r>
                    <a:rPr lang="en-US" altLang="zh-CN" sz="2560" i="1"/>
                    <a:t>DI</a:t>
                  </a:r>
                  <a:r>
                    <a:rPr lang="en-US" altLang="zh-CN" sz="2560" i="1">
                      <a:cs typeface="Arial" panose="020B0604020202020204" pitchFamily="34" charset="0"/>
                    </a:rPr>
                    <a:t>FS</a:t>
                  </a:r>
                  <a:endParaRPr lang="zh-CN" altLang="en-US" sz="2560" i="1"/>
                </a:p>
              </p:txBody>
            </p:sp>
          </p:grpSp>
          <p:grpSp>
            <p:nvGrpSpPr>
              <p:cNvPr id="81" name="组合 80"/>
              <p:cNvGrpSpPr/>
              <p:nvPr userDrawn="1"/>
            </p:nvGrpSpPr>
            <p:grpSpPr>
              <a:xfrm rot="0">
                <a:off x="3544" y="693"/>
                <a:ext cx="2228" cy="582"/>
                <a:chOff x="1846" y="681"/>
                <a:chExt cx="1594" cy="582"/>
              </a:xfrm>
            </p:grpSpPr>
            <p:sp>
              <p:nvSpPr>
                <p:cNvPr id="82" name="矩形 81"/>
                <p:cNvSpPr/>
                <p:nvPr userDrawn="1"/>
              </p:nvSpPr>
              <p:spPr>
                <a:xfrm>
                  <a:off x="1846" y="681"/>
                  <a:ext cx="1594" cy="58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100000"/>
                  </a:schemeClr>
                </a:solidFill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p>
                  <a:pPr algn="ctr"/>
                  <a:endParaRPr lang="zh-CN" altLang="en-US" sz="2885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" name="文本框 82"/>
                <p:cNvSpPr txBox="1"/>
                <p:nvPr userDrawn="1"/>
              </p:nvSpPr>
              <p:spPr>
                <a:xfrm>
                  <a:off x="2071" y="756"/>
                  <a:ext cx="1142" cy="433"/>
                </a:xfrm>
                <a:prstGeom prst="rect">
                  <a:avLst/>
                </a:prstGeom>
              </p:spPr>
              <p:txBody>
                <a:bodyPr wrap="square" rtlCol="0" anchor="ctr">
                  <a:noAutofit/>
                </a:bodyPr>
                <a:p>
                  <a:pPr algn="ctr"/>
                  <a:r>
                    <a:rPr lang="zh-CN" altLang="en-US" sz="2560" i="1">
                      <a:solidFill>
                        <a:schemeClr val="tx1"/>
                      </a:solidFill>
                    </a:rPr>
                    <a:t>P</a:t>
                  </a:r>
                  <a:r>
                    <a:rPr lang="en-US" altLang="zh-CN" sz="2560" i="1">
                      <a:solidFill>
                        <a:schemeClr val="tx1"/>
                      </a:solidFill>
                    </a:rPr>
                    <a:t>acket 2</a:t>
                  </a:r>
                  <a:endParaRPr lang="zh-CN" altLang="en-US" sz="2885"/>
                </a:p>
              </p:txBody>
            </p:sp>
          </p:grpSp>
          <p:grpSp>
            <p:nvGrpSpPr>
              <p:cNvPr id="84" name="组合 83"/>
              <p:cNvGrpSpPr/>
              <p:nvPr userDrawn="1"/>
            </p:nvGrpSpPr>
            <p:grpSpPr>
              <a:xfrm rot="0">
                <a:off x="5772" y="693"/>
                <a:ext cx="2946" cy="582"/>
                <a:chOff x="1846" y="681"/>
                <a:chExt cx="2946" cy="582"/>
              </a:xfrm>
            </p:grpSpPr>
            <p:sp>
              <p:nvSpPr>
                <p:cNvPr id="85" name="矩形 84"/>
                <p:cNvSpPr/>
                <p:nvPr userDrawn="1"/>
              </p:nvSpPr>
              <p:spPr>
                <a:xfrm>
                  <a:off x="1846" y="681"/>
                  <a:ext cx="2946" cy="582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100000"/>
                  </a:schemeClr>
                </a:solidFill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p>
                  <a:pPr algn="ctr"/>
                  <a:endParaRPr lang="zh-CN" altLang="en-US" sz="2885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6" name="文本框 85"/>
                <p:cNvSpPr txBox="1"/>
                <p:nvPr userDrawn="1"/>
              </p:nvSpPr>
              <p:spPr>
                <a:xfrm>
                  <a:off x="1846" y="756"/>
                  <a:ext cx="2946" cy="433"/>
                </a:xfrm>
                <a:prstGeom prst="rect">
                  <a:avLst/>
                </a:prstGeom>
              </p:spPr>
              <p:txBody>
                <a:bodyPr wrap="square" rtlCol="0" anchor="ctr">
                  <a:noAutofit/>
                </a:bodyPr>
                <a:p>
                  <a:pPr algn="ctr"/>
                  <a:r>
                    <a:rPr lang="en-US" altLang="zh-CN" sz="2560" i="1">
                      <a:solidFill>
                        <a:schemeClr val="tx1"/>
                      </a:solidFill>
                    </a:rPr>
                    <a:t>ACK</a:t>
                  </a:r>
                  <a:r>
                    <a:rPr lang="zh-CN" altLang="en-US" sz="2560" i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2560" i="1">
                      <a:solidFill>
                        <a:schemeClr val="tx1"/>
                      </a:solidFill>
                    </a:rPr>
                    <a:t>Timeout</a:t>
                  </a:r>
                  <a:endParaRPr lang="zh-CN" altLang="en-US" sz="2885"/>
                </a:p>
              </p:txBody>
            </p:sp>
          </p:grpSp>
          <p:grpSp>
            <p:nvGrpSpPr>
              <p:cNvPr id="90" name="组合 89"/>
              <p:cNvGrpSpPr/>
              <p:nvPr userDrawn="1"/>
            </p:nvGrpSpPr>
            <p:grpSpPr>
              <a:xfrm rot="0">
                <a:off x="8718" y="693"/>
                <a:ext cx="1594" cy="582"/>
                <a:chOff x="1846" y="681"/>
                <a:chExt cx="1594" cy="582"/>
              </a:xfrm>
            </p:grpSpPr>
            <p:sp>
              <p:nvSpPr>
                <p:cNvPr id="91" name="矩形 90"/>
                <p:cNvSpPr/>
                <p:nvPr userDrawn="1"/>
              </p:nvSpPr>
              <p:spPr>
                <a:xfrm>
                  <a:off x="1846" y="681"/>
                  <a:ext cx="1594" cy="582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100000"/>
                  </a:schemeClr>
                </a:solidFill>
                <a:ln w="19050">
                  <a:solidFill>
                    <a:schemeClr val="tx1">
                      <a:alpha val="10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p>
                  <a:pPr algn="ctr"/>
                  <a:endParaRPr lang="zh-CN" altLang="en-US" sz="2885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2" name="文本框 91"/>
                <p:cNvSpPr txBox="1"/>
                <p:nvPr userDrawn="1"/>
              </p:nvSpPr>
              <p:spPr>
                <a:xfrm>
                  <a:off x="2071" y="756"/>
                  <a:ext cx="1142" cy="433"/>
                </a:xfrm>
                <a:prstGeom prst="rect">
                  <a:avLst/>
                </a:prstGeom>
              </p:spPr>
              <p:txBody>
                <a:bodyPr wrap="square" rtlCol="0" anchor="ctr">
                  <a:noAutofit/>
                </a:bodyPr>
                <a:p>
                  <a:pPr algn="ctr"/>
                  <a:r>
                    <a:rPr lang="en-US" altLang="zh-CN" sz="2560" i="1"/>
                    <a:t>DI</a:t>
                  </a:r>
                  <a:r>
                    <a:rPr lang="en-US" altLang="zh-CN" sz="2560" i="1">
                      <a:cs typeface="Arial" panose="020B0604020202020204" pitchFamily="34" charset="0"/>
                    </a:rPr>
                    <a:t>FS</a:t>
                  </a:r>
                  <a:endParaRPr lang="zh-CN" altLang="en-US" sz="2560" i="1"/>
                </a:p>
              </p:txBody>
            </p:sp>
          </p:grpSp>
        </p:grpSp>
        <p:sp>
          <p:nvSpPr>
            <p:cNvPr id="93" name="文本框 92"/>
            <p:cNvSpPr txBox="1"/>
            <p:nvPr userDrawn="1"/>
          </p:nvSpPr>
          <p:spPr>
            <a:xfrm>
              <a:off x="80" y="485"/>
              <a:ext cx="1523" cy="582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885">
                  <a:latin typeface="SimHei" charset="0"/>
                  <a:ea typeface="SimHei" charset="0"/>
                  <a:cs typeface="SimHei" charset="0"/>
                </a:rPr>
                <a:t>STA 2</a:t>
              </a:r>
              <a:endParaRPr lang="zh-CN" altLang="en-US" sz="2885">
                <a:latin typeface="SimHei" charset="0"/>
                <a:ea typeface="SimHei" charset="0"/>
                <a:cs typeface="SimHei" charset="0"/>
              </a:endParaRPr>
            </a:p>
          </p:txBody>
        </p:sp>
        <p:grpSp>
          <p:nvGrpSpPr>
            <p:cNvPr id="94" name="组合 93"/>
            <p:cNvGrpSpPr/>
            <p:nvPr userDrawn="1"/>
          </p:nvGrpSpPr>
          <p:grpSpPr>
            <a:xfrm>
              <a:off x="2943" y="1153"/>
              <a:ext cx="931" cy="414"/>
              <a:chOff x="2943" y="1153"/>
              <a:chExt cx="931" cy="414"/>
            </a:xfrm>
          </p:grpSpPr>
          <p:sp>
            <p:nvSpPr>
              <p:cNvPr id="95" name="文本框 94"/>
              <p:cNvSpPr txBox="1"/>
              <p:nvPr userDrawn="1"/>
            </p:nvSpPr>
            <p:spPr>
              <a:xfrm>
                <a:off x="2943" y="1153"/>
                <a:ext cx="264" cy="32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4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96" name="文本框 95"/>
              <p:cNvSpPr txBox="1"/>
              <p:nvPr userDrawn="1"/>
            </p:nvSpPr>
            <p:spPr>
              <a:xfrm>
                <a:off x="3196" y="1153"/>
                <a:ext cx="321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3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97" name="文本框 96"/>
              <p:cNvSpPr txBox="1"/>
              <p:nvPr userDrawn="1"/>
            </p:nvSpPr>
            <p:spPr>
              <a:xfrm>
                <a:off x="3517" y="1153"/>
                <a:ext cx="119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2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98" name="文本框 97"/>
              <p:cNvSpPr txBox="1"/>
              <p:nvPr userDrawn="1"/>
            </p:nvSpPr>
            <p:spPr>
              <a:xfrm>
                <a:off x="3758" y="1153"/>
                <a:ext cx="117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1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</p:grpSp>
        <p:grpSp>
          <p:nvGrpSpPr>
            <p:cNvPr id="99" name="组合 98"/>
            <p:cNvGrpSpPr/>
            <p:nvPr userDrawn="1"/>
          </p:nvGrpSpPr>
          <p:grpSpPr>
            <a:xfrm>
              <a:off x="10806" y="1153"/>
              <a:ext cx="645" cy="414"/>
              <a:chOff x="2975" y="1153"/>
              <a:chExt cx="645" cy="414"/>
            </a:xfrm>
          </p:grpSpPr>
          <p:sp>
            <p:nvSpPr>
              <p:cNvPr id="100" name="文本框 99"/>
              <p:cNvSpPr txBox="1"/>
              <p:nvPr userDrawn="1"/>
            </p:nvSpPr>
            <p:spPr>
              <a:xfrm>
                <a:off x="2975" y="1153"/>
                <a:ext cx="264" cy="32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7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101" name="文本框 100"/>
              <p:cNvSpPr txBox="1"/>
              <p:nvPr userDrawn="1"/>
            </p:nvSpPr>
            <p:spPr>
              <a:xfrm>
                <a:off x="3228" y="1153"/>
                <a:ext cx="321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6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102" name="文本框 101"/>
              <p:cNvSpPr txBox="1"/>
              <p:nvPr userDrawn="1"/>
            </p:nvSpPr>
            <p:spPr>
              <a:xfrm>
                <a:off x="3501" y="1153"/>
                <a:ext cx="119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5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</p:grpSp>
      </p:grpSp>
      <p:sp>
        <p:nvSpPr>
          <p:cNvPr id="141" name="文本框 140"/>
          <p:cNvSpPr txBox="1"/>
          <p:nvPr userDrawn="1"/>
        </p:nvSpPr>
        <p:spPr>
          <a:xfrm>
            <a:off x="4100195" y="4655185"/>
            <a:ext cx="118745" cy="4210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0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sp>
        <p:nvSpPr>
          <p:cNvPr id="142" name="文本框 141"/>
          <p:cNvSpPr txBox="1"/>
          <p:nvPr userDrawn="1"/>
        </p:nvSpPr>
        <p:spPr>
          <a:xfrm>
            <a:off x="10843260" y="4655185"/>
            <a:ext cx="118745" cy="4210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8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cxnSp>
        <p:nvCxnSpPr>
          <p:cNvPr id="152" name="直接连接符 151"/>
          <p:cNvCxnSpPr/>
          <p:nvPr userDrawn="1"/>
        </p:nvCxnSpPr>
        <p:spPr>
          <a:xfrm>
            <a:off x="1216660" y="3277235"/>
            <a:ext cx="10862310" cy="0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 userDrawn="1"/>
        </p:nvCxnSpPr>
        <p:spPr>
          <a:xfrm>
            <a:off x="3494405" y="312928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 userDrawn="1"/>
        </p:nvCxnSpPr>
        <p:spPr>
          <a:xfrm>
            <a:off x="3252470" y="312928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直接连接符 154"/>
          <p:cNvCxnSpPr/>
          <p:nvPr userDrawn="1"/>
        </p:nvCxnSpPr>
        <p:spPr>
          <a:xfrm>
            <a:off x="3735705" y="312928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 userDrawn="1"/>
        </p:nvCxnSpPr>
        <p:spPr>
          <a:xfrm>
            <a:off x="3976370" y="312928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 userDrawn="1"/>
        </p:nvCxnSpPr>
        <p:spPr>
          <a:xfrm>
            <a:off x="4218940" y="312928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8" name="组合 157"/>
          <p:cNvGrpSpPr/>
          <p:nvPr userDrawn="1"/>
        </p:nvGrpSpPr>
        <p:grpSpPr>
          <a:xfrm rot="0">
            <a:off x="1664970" y="2683510"/>
            <a:ext cx="1588135" cy="592455"/>
            <a:chOff x="1846" y="681"/>
            <a:chExt cx="1594" cy="582"/>
          </a:xfrm>
        </p:grpSpPr>
        <p:sp>
          <p:nvSpPr>
            <p:cNvPr id="159" name="矩形 158"/>
            <p:cNvSpPr/>
            <p:nvPr userDrawn="1"/>
          </p:nvSpPr>
          <p:spPr>
            <a:xfrm>
              <a:off x="1846" y="681"/>
              <a:ext cx="1594" cy="58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160" name="文本框 159"/>
            <p:cNvSpPr txBox="1"/>
            <p:nvPr userDrawn="1"/>
          </p:nvSpPr>
          <p:spPr>
            <a:xfrm>
              <a:off x="2071" y="756"/>
              <a:ext cx="1142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en-US" altLang="zh-CN" sz="2560" i="1"/>
                <a:t>DI</a:t>
              </a:r>
              <a:r>
                <a:rPr lang="en-US" altLang="zh-CN" sz="2560" i="1">
                  <a:cs typeface="Arial" panose="020B0604020202020204" pitchFamily="34" charset="0"/>
                </a:rPr>
                <a:t>FS</a:t>
              </a:r>
              <a:endParaRPr lang="zh-CN" altLang="en-US" sz="2560" i="1"/>
            </a:p>
          </p:txBody>
        </p:sp>
      </p:grpSp>
      <p:sp>
        <p:nvSpPr>
          <p:cNvPr id="173" name="文本框 172"/>
          <p:cNvSpPr txBox="1"/>
          <p:nvPr userDrawn="1"/>
        </p:nvSpPr>
        <p:spPr>
          <a:xfrm>
            <a:off x="113665" y="2683510"/>
            <a:ext cx="1550035" cy="59245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885">
                <a:latin typeface="SimHei" charset="0"/>
                <a:ea typeface="SimHei" charset="0"/>
                <a:cs typeface="SimHei" charset="0"/>
              </a:rPr>
              <a:t>STA 1</a:t>
            </a:r>
            <a:endParaRPr lang="zh-CN" altLang="en-US" sz="2885">
              <a:latin typeface="SimHei" charset="0"/>
              <a:ea typeface="SimHei" charset="0"/>
              <a:cs typeface="SimHei" charset="0"/>
            </a:endParaRPr>
          </a:p>
        </p:txBody>
      </p:sp>
      <p:grpSp>
        <p:nvGrpSpPr>
          <p:cNvPr id="174" name="组合 173"/>
          <p:cNvGrpSpPr/>
          <p:nvPr userDrawn="1"/>
        </p:nvGrpSpPr>
        <p:grpSpPr>
          <a:xfrm rot="0">
            <a:off x="3027680" y="3363595"/>
            <a:ext cx="947420" cy="421005"/>
            <a:chOff x="2943" y="1153"/>
            <a:chExt cx="931" cy="414"/>
          </a:xfrm>
        </p:grpSpPr>
        <p:sp>
          <p:nvSpPr>
            <p:cNvPr id="175" name="文本框 174"/>
            <p:cNvSpPr txBox="1"/>
            <p:nvPr userDrawn="1"/>
          </p:nvSpPr>
          <p:spPr>
            <a:xfrm>
              <a:off x="2943" y="1153"/>
              <a:ext cx="264" cy="32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9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176" name="文本框 175"/>
            <p:cNvSpPr txBox="1"/>
            <p:nvPr userDrawn="1"/>
          </p:nvSpPr>
          <p:spPr>
            <a:xfrm>
              <a:off x="3196" y="1153"/>
              <a:ext cx="321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8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177" name="文本框 176"/>
            <p:cNvSpPr txBox="1"/>
            <p:nvPr userDrawn="1"/>
          </p:nvSpPr>
          <p:spPr>
            <a:xfrm>
              <a:off x="3517" y="1153"/>
              <a:ext cx="119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7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178" name="文本框 177"/>
            <p:cNvSpPr txBox="1"/>
            <p:nvPr userDrawn="1"/>
          </p:nvSpPr>
          <p:spPr>
            <a:xfrm>
              <a:off x="3758" y="1153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6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sp>
        <p:nvSpPr>
          <p:cNvPr id="183" name="文本框 182"/>
          <p:cNvSpPr txBox="1"/>
          <p:nvPr userDrawn="1"/>
        </p:nvSpPr>
        <p:spPr>
          <a:xfrm>
            <a:off x="4100195" y="3362960"/>
            <a:ext cx="119380" cy="42164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5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21068" y="3129280"/>
            <a:ext cx="842645" cy="655320"/>
            <a:chOff x="17076" y="4928"/>
            <a:chExt cx="1327" cy="1032"/>
          </a:xfrm>
        </p:grpSpPr>
        <p:grpSp>
          <p:nvGrpSpPr>
            <p:cNvPr id="147" name="组合 146"/>
            <p:cNvGrpSpPr/>
            <p:nvPr userDrawn="1"/>
          </p:nvGrpSpPr>
          <p:grpSpPr>
            <a:xfrm rot="0">
              <a:off x="17263" y="4928"/>
              <a:ext cx="1141" cy="369"/>
              <a:chOff x="9859" y="681"/>
              <a:chExt cx="727" cy="230"/>
            </a:xfrm>
          </p:grpSpPr>
          <p:cxnSp>
            <p:nvCxnSpPr>
              <p:cNvPr id="148" name="直接连接符 147"/>
              <p:cNvCxnSpPr/>
              <p:nvPr userDrawn="1"/>
            </p:nvCxnSpPr>
            <p:spPr>
              <a:xfrm>
                <a:off x="10101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 userDrawn="1"/>
            </p:nvCxnSpPr>
            <p:spPr>
              <a:xfrm>
                <a:off x="9859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 userDrawn="1"/>
            </p:nvCxnSpPr>
            <p:spPr>
              <a:xfrm>
                <a:off x="10344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 userDrawn="1"/>
            </p:nvCxnSpPr>
            <p:spPr>
              <a:xfrm>
                <a:off x="10586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组合 178"/>
            <p:cNvGrpSpPr/>
            <p:nvPr userDrawn="1"/>
          </p:nvGrpSpPr>
          <p:grpSpPr>
            <a:xfrm rot="0">
              <a:off x="17392" y="5297"/>
              <a:ext cx="1011" cy="663"/>
              <a:chOff x="2989" y="1153"/>
              <a:chExt cx="631" cy="414"/>
            </a:xfrm>
          </p:grpSpPr>
          <p:sp>
            <p:nvSpPr>
              <p:cNvPr id="180" name="文本框 179"/>
              <p:cNvSpPr txBox="1"/>
              <p:nvPr userDrawn="1"/>
            </p:nvSpPr>
            <p:spPr>
              <a:xfrm>
                <a:off x="2989" y="1153"/>
                <a:ext cx="264" cy="32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3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181" name="文本框 180"/>
              <p:cNvSpPr txBox="1"/>
              <p:nvPr userDrawn="1"/>
            </p:nvSpPr>
            <p:spPr>
              <a:xfrm>
                <a:off x="3228" y="1153"/>
                <a:ext cx="321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2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182" name="文本框 181"/>
              <p:cNvSpPr txBox="1"/>
              <p:nvPr userDrawn="1"/>
            </p:nvSpPr>
            <p:spPr>
              <a:xfrm>
                <a:off x="3501" y="1153"/>
                <a:ext cx="119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1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</p:grpSp>
        <p:sp>
          <p:nvSpPr>
            <p:cNvPr id="184" name="文本框 183"/>
            <p:cNvSpPr txBox="1"/>
            <p:nvPr userDrawn="1"/>
          </p:nvSpPr>
          <p:spPr>
            <a:xfrm>
              <a:off x="17076" y="5296"/>
              <a:ext cx="188" cy="66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4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cxnSp>
        <p:nvCxnSpPr>
          <p:cNvPr id="193" name="直接连接符 192"/>
          <p:cNvCxnSpPr/>
          <p:nvPr userDrawn="1"/>
        </p:nvCxnSpPr>
        <p:spPr>
          <a:xfrm>
            <a:off x="1217295" y="5854065"/>
            <a:ext cx="10861675" cy="0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 userDrawn="1"/>
        </p:nvCxnSpPr>
        <p:spPr>
          <a:xfrm>
            <a:off x="3495040" y="570611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 userDrawn="1"/>
        </p:nvCxnSpPr>
        <p:spPr>
          <a:xfrm>
            <a:off x="3252470" y="570611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6" name="直接连接符 195"/>
          <p:cNvCxnSpPr/>
          <p:nvPr userDrawn="1"/>
        </p:nvCxnSpPr>
        <p:spPr>
          <a:xfrm>
            <a:off x="3735705" y="570611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7" name="直接连接符 196"/>
          <p:cNvCxnSpPr/>
          <p:nvPr userDrawn="1"/>
        </p:nvCxnSpPr>
        <p:spPr>
          <a:xfrm>
            <a:off x="3977005" y="570611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 userDrawn="1"/>
        </p:nvCxnSpPr>
        <p:spPr>
          <a:xfrm>
            <a:off x="4218940" y="570611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99" name="组合 198"/>
          <p:cNvGrpSpPr/>
          <p:nvPr userDrawn="1"/>
        </p:nvGrpSpPr>
        <p:grpSpPr>
          <a:xfrm rot="0">
            <a:off x="1665605" y="5260340"/>
            <a:ext cx="1588135" cy="592455"/>
            <a:chOff x="1846" y="681"/>
            <a:chExt cx="1594" cy="582"/>
          </a:xfrm>
        </p:grpSpPr>
        <p:sp>
          <p:nvSpPr>
            <p:cNvPr id="200" name="矩形 199"/>
            <p:cNvSpPr/>
            <p:nvPr userDrawn="1"/>
          </p:nvSpPr>
          <p:spPr>
            <a:xfrm>
              <a:off x="1846" y="681"/>
              <a:ext cx="1594" cy="58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201" name="文本框 200"/>
            <p:cNvSpPr txBox="1"/>
            <p:nvPr userDrawn="1"/>
          </p:nvSpPr>
          <p:spPr>
            <a:xfrm>
              <a:off x="2071" y="756"/>
              <a:ext cx="1142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en-US" altLang="zh-CN" sz="2560" i="1"/>
                <a:t>DI</a:t>
              </a:r>
              <a:r>
                <a:rPr lang="en-US" altLang="zh-CN" sz="2560" i="1">
                  <a:cs typeface="Arial" panose="020B0604020202020204" pitchFamily="34" charset="0"/>
                </a:rPr>
                <a:t>FS</a:t>
              </a:r>
              <a:endParaRPr lang="zh-CN" altLang="en-US" sz="2560" i="1"/>
            </a:p>
          </p:txBody>
        </p:sp>
      </p:grpSp>
      <p:grpSp>
        <p:nvGrpSpPr>
          <p:cNvPr id="202" name="组合 201"/>
          <p:cNvGrpSpPr/>
          <p:nvPr userDrawn="1"/>
        </p:nvGrpSpPr>
        <p:grpSpPr>
          <a:xfrm rot="0">
            <a:off x="4218940" y="5260340"/>
            <a:ext cx="1186815" cy="592455"/>
            <a:chOff x="1846" y="681"/>
            <a:chExt cx="852" cy="582"/>
          </a:xfrm>
        </p:grpSpPr>
        <p:sp>
          <p:nvSpPr>
            <p:cNvPr id="203" name="矩形 202"/>
            <p:cNvSpPr/>
            <p:nvPr userDrawn="1"/>
          </p:nvSpPr>
          <p:spPr>
            <a:xfrm>
              <a:off x="1846" y="681"/>
              <a:ext cx="852" cy="582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204" name="文本框 203"/>
            <p:cNvSpPr txBox="1"/>
            <p:nvPr userDrawn="1"/>
          </p:nvSpPr>
          <p:spPr>
            <a:xfrm>
              <a:off x="1919" y="756"/>
              <a:ext cx="681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P</a:t>
              </a:r>
              <a:r>
                <a:rPr lang="en-US" altLang="zh-CN" sz="2560" i="1">
                  <a:solidFill>
                    <a:schemeClr val="tx1"/>
                  </a:solidFill>
                </a:rPr>
                <a:t>kt 2</a:t>
              </a:r>
              <a:endParaRPr lang="zh-CN" altLang="en-US" sz="2885"/>
            </a:p>
          </p:txBody>
        </p:sp>
      </p:grpSp>
      <p:grpSp>
        <p:nvGrpSpPr>
          <p:cNvPr id="211" name="组合 210"/>
          <p:cNvGrpSpPr/>
          <p:nvPr userDrawn="1"/>
        </p:nvGrpSpPr>
        <p:grpSpPr>
          <a:xfrm rot="0">
            <a:off x="7624445" y="5260340"/>
            <a:ext cx="1588135" cy="592455"/>
            <a:chOff x="90" y="681"/>
            <a:chExt cx="1594" cy="582"/>
          </a:xfrm>
        </p:grpSpPr>
        <p:sp>
          <p:nvSpPr>
            <p:cNvPr id="212" name="矩形 211"/>
            <p:cNvSpPr/>
            <p:nvPr userDrawn="1"/>
          </p:nvSpPr>
          <p:spPr>
            <a:xfrm>
              <a:off x="90" y="681"/>
              <a:ext cx="1594" cy="58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213" name="文本框 212"/>
            <p:cNvSpPr txBox="1"/>
            <p:nvPr userDrawn="1"/>
          </p:nvSpPr>
          <p:spPr>
            <a:xfrm>
              <a:off x="90" y="756"/>
              <a:ext cx="1594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en-US" altLang="zh-CN" sz="2560" i="1"/>
                <a:t>DI</a:t>
              </a:r>
              <a:r>
                <a:rPr lang="en-US" altLang="zh-CN" sz="2560" i="1">
                  <a:cs typeface="Arial" panose="020B0604020202020204" pitchFamily="34" charset="0"/>
                </a:rPr>
                <a:t>FS</a:t>
              </a:r>
              <a:endParaRPr lang="zh-CN" altLang="en-US" sz="2560" i="1"/>
            </a:p>
          </p:txBody>
        </p:sp>
      </p:grpSp>
      <p:sp>
        <p:nvSpPr>
          <p:cNvPr id="214" name="文本框 213"/>
          <p:cNvSpPr txBox="1"/>
          <p:nvPr userDrawn="1"/>
        </p:nvSpPr>
        <p:spPr>
          <a:xfrm>
            <a:off x="114300" y="5260340"/>
            <a:ext cx="1550035" cy="59245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885">
                <a:latin typeface="SimHei" charset="0"/>
                <a:ea typeface="SimHei" charset="0"/>
                <a:cs typeface="SimHei" charset="0"/>
              </a:rPr>
              <a:t>AP</a:t>
            </a:r>
            <a:endParaRPr lang="zh-CN" altLang="en-US" sz="2885">
              <a:latin typeface="SimHei" charset="0"/>
              <a:ea typeface="SimHei" charset="0"/>
              <a:cs typeface="SimHei" charset="0"/>
            </a:endParaRPr>
          </a:p>
        </p:txBody>
      </p:sp>
      <p:grpSp>
        <p:nvGrpSpPr>
          <p:cNvPr id="215" name="组合 214"/>
          <p:cNvGrpSpPr/>
          <p:nvPr userDrawn="1"/>
        </p:nvGrpSpPr>
        <p:grpSpPr>
          <a:xfrm rot="0">
            <a:off x="3027680" y="5940425"/>
            <a:ext cx="947420" cy="421005"/>
            <a:chOff x="2943" y="1153"/>
            <a:chExt cx="931" cy="414"/>
          </a:xfrm>
        </p:grpSpPr>
        <p:sp>
          <p:nvSpPr>
            <p:cNvPr id="216" name="文本框 215"/>
            <p:cNvSpPr txBox="1"/>
            <p:nvPr userDrawn="1"/>
          </p:nvSpPr>
          <p:spPr>
            <a:xfrm>
              <a:off x="2943" y="1153"/>
              <a:ext cx="264" cy="32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8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217" name="文本框 216"/>
            <p:cNvSpPr txBox="1"/>
            <p:nvPr userDrawn="1"/>
          </p:nvSpPr>
          <p:spPr>
            <a:xfrm>
              <a:off x="3196" y="1153"/>
              <a:ext cx="321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7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218" name="文本框 217"/>
            <p:cNvSpPr txBox="1"/>
            <p:nvPr userDrawn="1"/>
          </p:nvSpPr>
          <p:spPr>
            <a:xfrm>
              <a:off x="3517" y="1153"/>
              <a:ext cx="119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6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219" name="文本框 218"/>
            <p:cNvSpPr txBox="1"/>
            <p:nvPr userDrawn="1"/>
          </p:nvSpPr>
          <p:spPr>
            <a:xfrm>
              <a:off x="3758" y="1153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5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sp>
        <p:nvSpPr>
          <p:cNvPr id="224" name="文本框 223"/>
          <p:cNvSpPr txBox="1"/>
          <p:nvPr userDrawn="1"/>
        </p:nvSpPr>
        <p:spPr>
          <a:xfrm>
            <a:off x="4100195" y="5940425"/>
            <a:ext cx="119380" cy="4210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4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9094228" y="5706110"/>
            <a:ext cx="842010" cy="654685"/>
            <a:chOff x="17077" y="8986"/>
            <a:chExt cx="1326" cy="1031"/>
          </a:xfrm>
        </p:grpSpPr>
        <p:grpSp>
          <p:nvGrpSpPr>
            <p:cNvPr id="188" name="组合 187"/>
            <p:cNvGrpSpPr/>
            <p:nvPr userDrawn="1"/>
          </p:nvGrpSpPr>
          <p:grpSpPr>
            <a:xfrm rot="0">
              <a:off x="17263" y="8986"/>
              <a:ext cx="1141" cy="369"/>
              <a:chOff x="9859" y="681"/>
              <a:chExt cx="727" cy="230"/>
            </a:xfrm>
          </p:grpSpPr>
          <p:cxnSp>
            <p:nvCxnSpPr>
              <p:cNvPr id="189" name="直接连接符 188"/>
              <p:cNvCxnSpPr/>
              <p:nvPr userDrawn="1"/>
            </p:nvCxnSpPr>
            <p:spPr>
              <a:xfrm>
                <a:off x="10101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 userDrawn="1"/>
            </p:nvCxnSpPr>
            <p:spPr>
              <a:xfrm>
                <a:off x="9859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 userDrawn="1"/>
            </p:nvCxnSpPr>
            <p:spPr>
              <a:xfrm>
                <a:off x="10344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 userDrawn="1"/>
            </p:nvCxnSpPr>
            <p:spPr>
              <a:xfrm>
                <a:off x="10586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20" name="组合 219"/>
            <p:cNvGrpSpPr/>
            <p:nvPr userDrawn="1"/>
          </p:nvGrpSpPr>
          <p:grpSpPr>
            <a:xfrm rot="0">
              <a:off x="17370" y="9355"/>
              <a:ext cx="1033" cy="663"/>
              <a:chOff x="2975" y="1153"/>
              <a:chExt cx="645" cy="414"/>
            </a:xfrm>
          </p:grpSpPr>
          <p:sp>
            <p:nvSpPr>
              <p:cNvPr id="221" name="文本框 220"/>
              <p:cNvSpPr txBox="1"/>
              <p:nvPr userDrawn="1"/>
            </p:nvSpPr>
            <p:spPr>
              <a:xfrm>
                <a:off x="2975" y="1153"/>
                <a:ext cx="264" cy="32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2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222" name="文本框 221"/>
              <p:cNvSpPr txBox="1"/>
              <p:nvPr userDrawn="1"/>
            </p:nvSpPr>
            <p:spPr>
              <a:xfrm>
                <a:off x="3228" y="1153"/>
                <a:ext cx="321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1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223" name="文本框 222"/>
              <p:cNvSpPr txBox="1"/>
              <p:nvPr userDrawn="1"/>
            </p:nvSpPr>
            <p:spPr>
              <a:xfrm>
                <a:off x="3501" y="1153"/>
                <a:ext cx="119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0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</p:grpSp>
        <p:sp>
          <p:nvSpPr>
            <p:cNvPr id="225" name="文本框 224"/>
            <p:cNvSpPr txBox="1"/>
            <p:nvPr userDrawn="1"/>
          </p:nvSpPr>
          <p:spPr>
            <a:xfrm>
              <a:off x="17077" y="9355"/>
              <a:ext cx="187" cy="663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3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sp>
        <p:nvSpPr>
          <p:cNvPr id="227" name="矩形 226"/>
          <p:cNvSpPr/>
          <p:nvPr userDrawn="1"/>
        </p:nvSpPr>
        <p:spPr>
          <a:xfrm>
            <a:off x="1416503" y="805180"/>
            <a:ext cx="2319360" cy="592299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非计数空闲</a:t>
            </a:r>
            <a:endParaRPr lang="zh-CN" altLang="en-US" sz="2885">
              <a:solidFill>
                <a:srgbClr val="000000"/>
              </a:solidFill>
            </a:endParaRPr>
          </a:p>
        </p:txBody>
      </p:sp>
      <p:sp>
        <p:nvSpPr>
          <p:cNvPr id="228" name="矩形 227"/>
          <p:cNvSpPr/>
          <p:nvPr userDrawn="1"/>
        </p:nvSpPr>
        <p:spPr>
          <a:xfrm>
            <a:off x="4419775" y="805220"/>
            <a:ext cx="1366860" cy="592299"/>
          </a:xfrm>
          <a:prstGeom prst="rect">
            <a:avLst/>
          </a:prstGeom>
          <a:solidFill>
            <a:srgbClr val="DEEBF7">
              <a:alpha val="100000"/>
            </a:srgb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接收</a:t>
            </a:r>
            <a:endParaRPr lang="zh-CN" altLang="en-US"/>
          </a:p>
        </p:txBody>
      </p:sp>
      <p:sp>
        <p:nvSpPr>
          <p:cNvPr id="229" name="矩形 228"/>
          <p:cNvSpPr/>
          <p:nvPr userDrawn="1"/>
        </p:nvSpPr>
        <p:spPr>
          <a:xfrm>
            <a:off x="6438900" y="805220"/>
            <a:ext cx="1366860" cy="592299"/>
          </a:xfrm>
          <a:prstGeom prst="rect">
            <a:avLst/>
          </a:prstGeom>
          <a:solidFill>
            <a:srgbClr val="FBE5D6">
              <a:alpha val="100000"/>
            </a:srgb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发送</a:t>
            </a:r>
            <a:endParaRPr lang="zh-CN" altLang="en-US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5405013" y="312928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5268448" y="3363595"/>
            <a:ext cx="121072" cy="4210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0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5405014" y="2683510"/>
            <a:ext cx="2218690" cy="591820"/>
            <a:chOff x="6844" y="6460"/>
            <a:chExt cx="3494" cy="932"/>
          </a:xfrm>
        </p:grpSpPr>
        <p:sp>
          <p:nvSpPr>
            <p:cNvPr id="5" name="矩形 4"/>
            <p:cNvSpPr/>
            <p:nvPr userDrawn="1"/>
          </p:nvSpPr>
          <p:spPr>
            <a:xfrm>
              <a:off x="6844" y="6460"/>
              <a:ext cx="3496" cy="933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6" name="文本框 5"/>
            <p:cNvSpPr txBox="1"/>
            <p:nvPr userDrawn="1"/>
          </p:nvSpPr>
          <p:spPr>
            <a:xfrm>
              <a:off x="7337" y="6580"/>
              <a:ext cx="2504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P</a:t>
              </a:r>
              <a:r>
                <a:rPr lang="en-US" altLang="zh-CN" sz="2560" i="1">
                  <a:solidFill>
                    <a:schemeClr val="tx1"/>
                  </a:solidFill>
                </a:rPr>
                <a:t>acket 1</a:t>
              </a:r>
              <a:endParaRPr lang="zh-CN" altLang="en-US" sz="2885"/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8461927" y="805180"/>
            <a:ext cx="1366860" cy="592299"/>
          </a:xfrm>
          <a:prstGeom prst="rect">
            <a:avLst/>
          </a:prstGeom>
          <a:solidFill>
            <a:srgbClr val="FFC000">
              <a:alpha val="100000"/>
            </a:srgb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碰撞</a:t>
            </a:r>
            <a:endParaRPr lang="zh-CN" altLang="en-US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5405649" y="5260736"/>
            <a:ext cx="2219926" cy="592299"/>
            <a:chOff x="6844" y="8484"/>
            <a:chExt cx="1869" cy="933"/>
          </a:xfrm>
        </p:grpSpPr>
        <p:sp>
          <p:nvSpPr>
            <p:cNvPr id="16" name="矩形 15"/>
            <p:cNvSpPr/>
            <p:nvPr userDrawn="1"/>
          </p:nvSpPr>
          <p:spPr>
            <a:xfrm>
              <a:off x="6844" y="8484"/>
              <a:ext cx="1868" cy="933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17" name="文本框 16"/>
            <p:cNvSpPr txBox="1"/>
            <p:nvPr userDrawn="1"/>
          </p:nvSpPr>
          <p:spPr>
            <a:xfrm>
              <a:off x="6844" y="8604"/>
              <a:ext cx="1868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P</a:t>
              </a:r>
              <a:r>
                <a:rPr lang="en-US" altLang="zh-CN" sz="2560" i="1">
                  <a:solidFill>
                    <a:schemeClr val="tx1"/>
                  </a:solidFill>
                </a:rPr>
                <a:t>kt 1 </a:t>
              </a:r>
              <a:r>
                <a:rPr lang="zh-CN" altLang="en-US" sz="2560" i="1">
                  <a:solidFill>
                    <a:schemeClr val="tx1"/>
                  </a:solidFill>
                </a:rPr>
                <a:t>+ </a:t>
              </a:r>
              <a:r>
                <a:rPr lang="en-US" altLang="zh-CN" sz="2560" i="1">
                  <a:solidFill>
                    <a:schemeClr val="tx1"/>
                  </a:solidFill>
                </a:rPr>
                <a:t>Pkt 2</a:t>
              </a:r>
              <a:endParaRPr lang="zh-CN" altLang="en-US" sz="2885"/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7624405" y="2683550"/>
            <a:ext cx="2934970" cy="591820"/>
            <a:chOff x="10340" y="6460"/>
            <a:chExt cx="4622" cy="932"/>
          </a:xfrm>
        </p:grpSpPr>
        <p:sp>
          <p:nvSpPr>
            <p:cNvPr id="20" name="矩形 19"/>
            <p:cNvSpPr/>
            <p:nvPr userDrawn="1"/>
          </p:nvSpPr>
          <p:spPr>
            <a:xfrm>
              <a:off x="10340" y="6460"/>
              <a:ext cx="4622" cy="933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21" name="文本框 20"/>
            <p:cNvSpPr txBox="1"/>
            <p:nvPr userDrawn="1"/>
          </p:nvSpPr>
          <p:spPr>
            <a:xfrm>
              <a:off x="10340" y="6580"/>
              <a:ext cx="4622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en-US" altLang="zh-CN" sz="2560" i="1">
                  <a:solidFill>
                    <a:schemeClr val="tx1"/>
                  </a:solidFill>
                </a:rPr>
                <a:t>ACK</a:t>
              </a:r>
              <a:r>
                <a:rPr lang="zh-CN" altLang="en-US" sz="2560" i="1">
                  <a:solidFill>
                    <a:schemeClr val="tx1"/>
                  </a:solidFill>
                </a:rPr>
                <a:t> </a:t>
              </a:r>
              <a:r>
                <a:rPr lang="en-US" altLang="zh-CN" sz="2560" i="1">
                  <a:solidFill>
                    <a:schemeClr val="tx1"/>
                  </a:solidFill>
                </a:rPr>
                <a:t>Timeout</a:t>
              </a:r>
              <a:endParaRPr lang="zh-CN" altLang="en-US" sz="2885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直接连接符 71"/>
          <p:cNvCxnSpPr/>
          <p:nvPr userDrawn="1"/>
        </p:nvCxnSpPr>
        <p:spPr>
          <a:xfrm>
            <a:off x="1216660" y="4568825"/>
            <a:ext cx="10862310" cy="0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 userDrawn="1"/>
        </p:nvCxnSpPr>
        <p:spPr>
          <a:xfrm>
            <a:off x="3494405" y="442087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 userDrawn="1"/>
        </p:nvCxnSpPr>
        <p:spPr>
          <a:xfrm>
            <a:off x="3252470" y="442087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 userDrawn="1"/>
        </p:nvCxnSpPr>
        <p:spPr>
          <a:xfrm>
            <a:off x="3735705" y="442087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 userDrawn="1"/>
        </p:nvCxnSpPr>
        <p:spPr>
          <a:xfrm>
            <a:off x="3976370" y="442087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 userDrawn="1"/>
        </p:nvCxnSpPr>
        <p:spPr>
          <a:xfrm>
            <a:off x="4218940" y="442087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 userDrawn="1"/>
        </p:nvGrpSpPr>
        <p:grpSpPr>
          <a:xfrm rot="0">
            <a:off x="1664970" y="3975100"/>
            <a:ext cx="1588135" cy="592455"/>
            <a:chOff x="1846" y="681"/>
            <a:chExt cx="1594" cy="582"/>
          </a:xfrm>
        </p:grpSpPr>
        <p:sp>
          <p:nvSpPr>
            <p:cNvPr id="79" name="矩形 78"/>
            <p:cNvSpPr/>
            <p:nvPr userDrawn="1"/>
          </p:nvSpPr>
          <p:spPr>
            <a:xfrm>
              <a:off x="1846" y="681"/>
              <a:ext cx="1594" cy="58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80" name="文本框 79"/>
            <p:cNvSpPr txBox="1"/>
            <p:nvPr userDrawn="1"/>
          </p:nvSpPr>
          <p:spPr>
            <a:xfrm>
              <a:off x="2071" y="756"/>
              <a:ext cx="1142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en-US" altLang="zh-CN" sz="2560" i="1"/>
                <a:t>DI</a:t>
              </a:r>
              <a:r>
                <a:rPr lang="en-US" altLang="zh-CN" sz="2560" i="1">
                  <a:cs typeface="Arial" panose="020B0604020202020204" pitchFamily="34" charset="0"/>
                </a:rPr>
                <a:t>FS</a:t>
              </a:r>
              <a:endParaRPr lang="zh-CN" altLang="en-US" sz="2560" i="1"/>
            </a:p>
          </p:txBody>
        </p:sp>
      </p:grpSp>
      <p:grpSp>
        <p:nvGrpSpPr>
          <p:cNvPr id="81" name="组合 80"/>
          <p:cNvGrpSpPr/>
          <p:nvPr userDrawn="1"/>
        </p:nvGrpSpPr>
        <p:grpSpPr>
          <a:xfrm rot="0">
            <a:off x="4218940" y="3975100"/>
            <a:ext cx="945396" cy="592455"/>
            <a:chOff x="1846" y="681"/>
            <a:chExt cx="1594" cy="582"/>
          </a:xfrm>
        </p:grpSpPr>
        <p:sp>
          <p:nvSpPr>
            <p:cNvPr id="82" name="矩形 81"/>
            <p:cNvSpPr/>
            <p:nvPr userDrawn="1"/>
          </p:nvSpPr>
          <p:spPr>
            <a:xfrm>
              <a:off x="1846" y="681"/>
              <a:ext cx="1594" cy="58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83" name="文本框 82"/>
            <p:cNvSpPr txBox="1"/>
            <p:nvPr userDrawn="1"/>
          </p:nvSpPr>
          <p:spPr>
            <a:xfrm>
              <a:off x="1846" y="756"/>
              <a:ext cx="1594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R</a:t>
              </a:r>
              <a:r>
                <a:rPr lang="en-US" altLang="zh-CN" sz="2560" i="1">
                  <a:solidFill>
                    <a:schemeClr val="tx1"/>
                  </a:solidFill>
                  <a:cs typeface="Arial" panose="020B0604020202020204" pitchFamily="34" charset="0"/>
                </a:rPr>
                <a:t>TS</a:t>
              </a:r>
              <a:endParaRPr lang="zh-CN" altLang="en-US"/>
            </a:p>
          </p:txBody>
        </p:sp>
      </p:grpSp>
      <p:sp>
        <p:nvSpPr>
          <p:cNvPr id="93" name="文本框 92"/>
          <p:cNvSpPr txBox="1"/>
          <p:nvPr userDrawn="1"/>
        </p:nvSpPr>
        <p:spPr>
          <a:xfrm>
            <a:off x="113665" y="3975100"/>
            <a:ext cx="1550035" cy="59245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885">
                <a:latin typeface="SimHei" charset="0"/>
                <a:ea typeface="SimHei" charset="0"/>
                <a:cs typeface="SimHei" charset="0"/>
              </a:rPr>
              <a:t>STA 2</a:t>
            </a:r>
            <a:endParaRPr lang="zh-CN" altLang="en-US" sz="2885">
              <a:latin typeface="SimHei" charset="0"/>
              <a:ea typeface="SimHei" charset="0"/>
              <a:cs typeface="SimHei" charset="0"/>
            </a:endParaRPr>
          </a:p>
        </p:txBody>
      </p:sp>
      <p:sp>
        <p:nvSpPr>
          <p:cNvPr id="95" name="文本框 94"/>
          <p:cNvSpPr txBox="1"/>
          <p:nvPr userDrawn="1"/>
        </p:nvSpPr>
        <p:spPr>
          <a:xfrm>
            <a:off x="3027680" y="4655185"/>
            <a:ext cx="268605" cy="32956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4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sp>
        <p:nvSpPr>
          <p:cNvPr id="96" name="文本框 95"/>
          <p:cNvSpPr txBox="1"/>
          <p:nvPr userDrawn="1"/>
        </p:nvSpPr>
        <p:spPr>
          <a:xfrm>
            <a:off x="3284855" y="4655185"/>
            <a:ext cx="327025" cy="4210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3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sp>
        <p:nvSpPr>
          <p:cNvPr id="97" name="文本框 96"/>
          <p:cNvSpPr txBox="1"/>
          <p:nvPr userDrawn="1"/>
        </p:nvSpPr>
        <p:spPr>
          <a:xfrm>
            <a:off x="3611880" y="4655185"/>
            <a:ext cx="121285" cy="4210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2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sp>
        <p:nvSpPr>
          <p:cNvPr id="98" name="文本框 97"/>
          <p:cNvSpPr txBox="1"/>
          <p:nvPr userDrawn="1"/>
        </p:nvSpPr>
        <p:spPr>
          <a:xfrm>
            <a:off x="3856990" y="4655185"/>
            <a:ext cx="119380" cy="4210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1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sp>
        <p:nvSpPr>
          <p:cNvPr id="141" name="文本框 140"/>
          <p:cNvSpPr txBox="1"/>
          <p:nvPr userDrawn="1"/>
        </p:nvSpPr>
        <p:spPr>
          <a:xfrm>
            <a:off x="4100195" y="4655185"/>
            <a:ext cx="118745" cy="4210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0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cxnSp>
        <p:nvCxnSpPr>
          <p:cNvPr id="152" name="直接连接符 151"/>
          <p:cNvCxnSpPr/>
          <p:nvPr userDrawn="1"/>
        </p:nvCxnSpPr>
        <p:spPr>
          <a:xfrm>
            <a:off x="1216660" y="3277235"/>
            <a:ext cx="10862310" cy="0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 userDrawn="1"/>
        </p:nvCxnSpPr>
        <p:spPr>
          <a:xfrm>
            <a:off x="3494405" y="312928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 userDrawn="1"/>
        </p:nvCxnSpPr>
        <p:spPr>
          <a:xfrm>
            <a:off x="3252470" y="312928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直接连接符 154"/>
          <p:cNvCxnSpPr/>
          <p:nvPr userDrawn="1"/>
        </p:nvCxnSpPr>
        <p:spPr>
          <a:xfrm>
            <a:off x="3735705" y="312928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 userDrawn="1"/>
        </p:nvCxnSpPr>
        <p:spPr>
          <a:xfrm>
            <a:off x="3976370" y="312928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 userDrawn="1"/>
        </p:nvCxnSpPr>
        <p:spPr>
          <a:xfrm>
            <a:off x="4218940" y="312928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8" name="组合 157"/>
          <p:cNvGrpSpPr/>
          <p:nvPr userDrawn="1"/>
        </p:nvGrpSpPr>
        <p:grpSpPr>
          <a:xfrm rot="0">
            <a:off x="1664970" y="2683510"/>
            <a:ext cx="1588135" cy="592455"/>
            <a:chOff x="1846" y="681"/>
            <a:chExt cx="1594" cy="582"/>
          </a:xfrm>
        </p:grpSpPr>
        <p:sp>
          <p:nvSpPr>
            <p:cNvPr id="159" name="矩形 158"/>
            <p:cNvSpPr/>
            <p:nvPr userDrawn="1"/>
          </p:nvSpPr>
          <p:spPr>
            <a:xfrm>
              <a:off x="1846" y="681"/>
              <a:ext cx="1594" cy="58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160" name="文本框 159"/>
            <p:cNvSpPr txBox="1"/>
            <p:nvPr userDrawn="1"/>
          </p:nvSpPr>
          <p:spPr>
            <a:xfrm>
              <a:off x="2071" y="756"/>
              <a:ext cx="1142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en-US" altLang="zh-CN" sz="2560" i="1"/>
                <a:t>DI</a:t>
              </a:r>
              <a:r>
                <a:rPr lang="en-US" altLang="zh-CN" sz="2560" i="1">
                  <a:cs typeface="Arial" panose="020B0604020202020204" pitchFamily="34" charset="0"/>
                </a:rPr>
                <a:t>FS</a:t>
              </a:r>
              <a:endParaRPr lang="zh-CN" altLang="en-US" sz="2560" i="1"/>
            </a:p>
          </p:txBody>
        </p:sp>
      </p:grpSp>
      <p:sp>
        <p:nvSpPr>
          <p:cNvPr id="173" name="文本框 172"/>
          <p:cNvSpPr txBox="1"/>
          <p:nvPr userDrawn="1"/>
        </p:nvSpPr>
        <p:spPr>
          <a:xfrm>
            <a:off x="113665" y="2683510"/>
            <a:ext cx="1550035" cy="59245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885">
                <a:latin typeface="SimHei" charset="0"/>
                <a:ea typeface="SimHei" charset="0"/>
                <a:cs typeface="SimHei" charset="0"/>
              </a:rPr>
              <a:t>STA 1</a:t>
            </a:r>
            <a:endParaRPr lang="zh-CN" altLang="en-US" sz="2885">
              <a:latin typeface="SimHei" charset="0"/>
              <a:ea typeface="SimHei" charset="0"/>
              <a:cs typeface="SimHei" charset="0"/>
            </a:endParaRPr>
          </a:p>
        </p:txBody>
      </p:sp>
      <p:grpSp>
        <p:nvGrpSpPr>
          <p:cNvPr id="174" name="组合 173"/>
          <p:cNvGrpSpPr/>
          <p:nvPr userDrawn="1"/>
        </p:nvGrpSpPr>
        <p:grpSpPr>
          <a:xfrm rot="0">
            <a:off x="3027680" y="3363595"/>
            <a:ext cx="947420" cy="421005"/>
            <a:chOff x="2943" y="1153"/>
            <a:chExt cx="931" cy="414"/>
          </a:xfrm>
        </p:grpSpPr>
        <p:sp>
          <p:nvSpPr>
            <p:cNvPr id="175" name="文本框 174"/>
            <p:cNvSpPr txBox="1"/>
            <p:nvPr userDrawn="1"/>
          </p:nvSpPr>
          <p:spPr>
            <a:xfrm>
              <a:off x="2943" y="1153"/>
              <a:ext cx="264" cy="32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9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176" name="文本框 175"/>
            <p:cNvSpPr txBox="1"/>
            <p:nvPr userDrawn="1"/>
          </p:nvSpPr>
          <p:spPr>
            <a:xfrm>
              <a:off x="3196" y="1153"/>
              <a:ext cx="321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8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177" name="文本框 176"/>
            <p:cNvSpPr txBox="1"/>
            <p:nvPr userDrawn="1"/>
          </p:nvSpPr>
          <p:spPr>
            <a:xfrm>
              <a:off x="3517" y="1153"/>
              <a:ext cx="119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7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178" name="文本框 177"/>
            <p:cNvSpPr txBox="1"/>
            <p:nvPr userDrawn="1"/>
          </p:nvSpPr>
          <p:spPr>
            <a:xfrm>
              <a:off x="3758" y="1153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6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sp>
        <p:nvSpPr>
          <p:cNvPr id="183" name="文本框 182"/>
          <p:cNvSpPr txBox="1"/>
          <p:nvPr userDrawn="1"/>
        </p:nvSpPr>
        <p:spPr>
          <a:xfrm>
            <a:off x="4100195" y="3362960"/>
            <a:ext cx="119380" cy="42164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5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21068" y="3129280"/>
            <a:ext cx="842645" cy="655320"/>
            <a:chOff x="17076" y="4928"/>
            <a:chExt cx="1327" cy="1032"/>
          </a:xfrm>
        </p:grpSpPr>
        <p:grpSp>
          <p:nvGrpSpPr>
            <p:cNvPr id="147" name="组合 146"/>
            <p:cNvGrpSpPr/>
            <p:nvPr userDrawn="1"/>
          </p:nvGrpSpPr>
          <p:grpSpPr>
            <a:xfrm rot="0">
              <a:off x="17263" y="4928"/>
              <a:ext cx="1141" cy="369"/>
              <a:chOff x="9859" y="681"/>
              <a:chExt cx="727" cy="230"/>
            </a:xfrm>
          </p:grpSpPr>
          <p:cxnSp>
            <p:nvCxnSpPr>
              <p:cNvPr id="148" name="直接连接符 147"/>
              <p:cNvCxnSpPr/>
              <p:nvPr userDrawn="1"/>
            </p:nvCxnSpPr>
            <p:spPr>
              <a:xfrm>
                <a:off x="10101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 userDrawn="1"/>
            </p:nvCxnSpPr>
            <p:spPr>
              <a:xfrm>
                <a:off x="9859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 userDrawn="1"/>
            </p:nvCxnSpPr>
            <p:spPr>
              <a:xfrm>
                <a:off x="10344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 userDrawn="1"/>
            </p:nvCxnSpPr>
            <p:spPr>
              <a:xfrm>
                <a:off x="10586" y="681"/>
                <a:ext cx="0" cy="230"/>
              </a:xfrm>
              <a:prstGeom prst="line">
                <a:avLst/>
              </a:prstGeom>
              <a:ln w="19050">
                <a:solidFill>
                  <a:schemeClr val="tx1"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组合 178"/>
            <p:cNvGrpSpPr/>
            <p:nvPr userDrawn="1"/>
          </p:nvGrpSpPr>
          <p:grpSpPr>
            <a:xfrm rot="0">
              <a:off x="17392" y="5297"/>
              <a:ext cx="1011" cy="663"/>
              <a:chOff x="2989" y="1153"/>
              <a:chExt cx="631" cy="414"/>
            </a:xfrm>
          </p:grpSpPr>
          <p:sp>
            <p:nvSpPr>
              <p:cNvPr id="180" name="文本框 179"/>
              <p:cNvSpPr txBox="1"/>
              <p:nvPr userDrawn="1"/>
            </p:nvSpPr>
            <p:spPr>
              <a:xfrm>
                <a:off x="2989" y="1153"/>
                <a:ext cx="264" cy="32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3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181" name="文本框 180"/>
              <p:cNvSpPr txBox="1"/>
              <p:nvPr userDrawn="1"/>
            </p:nvSpPr>
            <p:spPr>
              <a:xfrm>
                <a:off x="3228" y="1153"/>
                <a:ext cx="321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2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  <p:sp>
            <p:nvSpPr>
              <p:cNvPr id="182" name="文本框 181"/>
              <p:cNvSpPr txBox="1"/>
              <p:nvPr userDrawn="1"/>
            </p:nvSpPr>
            <p:spPr>
              <a:xfrm>
                <a:off x="3501" y="1153"/>
                <a:ext cx="119" cy="414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p>
                <a:r>
                  <a:rPr lang="en-US" altLang="zh-CN" sz="2240">
                    <a:latin typeface="SimHei" charset="0"/>
                    <a:ea typeface="SimHei" charset="0"/>
                    <a:cs typeface="SimHei" charset="0"/>
                  </a:rPr>
                  <a:t>1</a:t>
                </a:r>
                <a:endParaRPr lang="zh-CN" altLang="en-US" sz="2240">
                  <a:latin typeface="SimHei" charset="0"/>
                  <a:ea typeface="SimHei" charset="0"/>
                  <a:cs typeface="SimHei" charset="0"/>
                </a:endParaRPr>
              </a:p>
            </p:txBody>
          </p:sp>
        </p:grpSp>
        <p:sp>
          <p:nvSpPr>
            <p:cNvPr id="184" name="文本框 183"/>
            <p:cNvSpPr txBox="1"/>
            <p:nvPr userDrawn="1"/>
          </p:nvSpPr>
          <p:spPr>
            <a:xfrm>
              <a:off x="17076" y="5296"/>
              <a:ext cx="188" cy="66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4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cxnSp>
        <p:nvCxnSpPr>
          <p:cNvPr id="193" name="直接连接符 192"/>
          <p:cNvCxnSpPr/>
          <p:nvPr userDrawn="1"/>
        </p:nvCxnSpPr>
        <p:spPr>
          <a:xfrm>
            <a:off x="1217295" y="5854065"/>
            <a:ext cx="10861675" cy="0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 userDrawn="1"/>
        </p:nvCxnSpPr>
        <p:spPr>
          <a:xfrm>
            <a:off x="3495040" y="570611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 userDrawn="1"/>
        </p:nvCxnSpPr>
        <p:spPr>
          <a:xfrm>
            <a:off x="3252470" y="570611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6" name="直接连接符 195"/>
          <p:cNvCxnSpPr/>
          <p:nvPr userDrawn="1"/>
        </p:nvCxnSpPr>
        <p:spPr>
          <a:xfrm>
            <a:off x="3735705" y="570611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7" name="直接连接符 196"/>
          <p:cNvCxnSpPr/>
          <p:nvPr userDrawn="1"/>
        </p:nvCxnSpPr>
        <p:spPr>
          <a:xfrm>
            <a:off x="3977005" y="570611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 userDrawn="1"/>
        </p:nvCxnSpPr>
        <p:spPr>
          <a:xfrm>
            <a:off x="4218940" y="5706110"/>
            <a:ext cx="0" cy="234315"/>
          </a:xfrm>
          <a:prstGeom prst="line">
            <a:avLst/>
          </a:prstGeom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99" name="组合 198"/>
          <p:cNvGrpSpPr/>
          <p:nvPr userDrawn="1"/>
        </p:nvGrpSpPr>
        <p:grpSpPr>
          <a:xfrm rot="0">
            <a:off x="1665605" y="5260340"/>
            <a:ext cx="1588135" cy="592455"/>
            <a:chOff x="1846" y="681"/>
            <a:chExt cx="1594" cy="582"/>
          </a:xfrm>
        </p:grpSpPr>
        <p:sp>
          <p:nvSpPr>
            <p:cNvPr id="200" name="矩形 199"/>
            <p:cNvSpPr/>
            <p:nvPr userDrawn="1"/>
          </p:nvSpPr>
          <p:spPr>
            <a:xfrm>
              <a:off x="1846" y="681"/>
              <a:ext cx="1594" cy="58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201" name="文本框 200"/>
            <p:cNvSpPr txBox="1"/>
            <p:nvPr userDrawn="1"/>
          </p:nvSpPr>
          <p:spPr>
            <a:xfrm>
              <a:off x="2071" y="756"/>
              <a:ext cx="1142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en-US" altLang="zh-CN" sz="2560" i="1"/>
                <a:t>DI</a:t>
              </a:r>
              <a:r>
                <a:rPr lang="en-US" altLang="zh-CN" sz="2560" i="1">
                  <a:cs typeface="Arial" panose="020B0604020202020204" pitchFamily="34" charset="0"/>
                </a:rPr>
                <a:t>FS</a:t>
              </a:r>
              <a:endParaRPr lang="zh-CN" altLang="en-US" sz="2560" i="1"/>
            </a:p>
          </p:txBody>
        </p:sp>
      </p:grpSp>
      <p:grpSp>
        <p:nvGrpSpPr>
          <p:cNvPr id="202" name="组合 201"/>
          <p:cNvGrpSpPr/>
          <p:nvPr userDrawn="1"/>
        </p:nvGrpSpPr>
        <p:grpSpPr>
          <a:xfrm rot="0">
            <a:off x="4218940" y="5260340"/>
            <a:ext cx="945396" cy="592455"/>
            <a:chOff x="1846" y="681"/>
            <a:chExt cx="852" cy="582"/>
          </a:xfrm>
        </p:grpSpPr>
        <p:sp>
          <p:nvSpPr>
            <p:cNvPr id="203" name="矩形 202"/>
            <p:cNvSpPr/>
            <p:nvPr userDrawn="1"/>
          </p:nvSpPr>
          <p:spPr>
            <a:xfrm>
              <a:off x="1846" y="681"/>
              <a:ext cx="852" cy="582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204" name="文本框 203"/>
            <p:cNvSpPr txBox="1"/>
            <p:nvPr userDrawn="1"/>
          </p:nvSpPr>
          <p:spPr>
            <a:xfrm>
              <a:off x="1846" y="756"/>
              <a:ext cx="852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en-US" altLang="zh-CN" sz="2560" i="1">
                  <a:solidFill>
                    <a:schemeClr val="tx1"/>
                  </a:solidFill>
                </a:rPr>
                <a:t>RTS</a:t>
              </a:r>
              <a:endParaRPr lang="zh-CN" altLang="en-US" sz="2885"/>
            </a:p>
          </p:txBody>
        </p:sp>
      </p:grpSp>
      <p:sp>
        <p:nvSpPr>
          <p:cNvPr id="214" name="文本框 213"/>
          <p:cNvSpPr txBox="1"/>
          <p:nvPr userDrawn="1"/>
        </p:nvSpPr>
        <p:spPr>
          <a:xfrm>
            <a:off x="114300" y="5260340"/>
            <a:ext cx="1550035" cy="59245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885">
                <a:latin typeface="SimHei" charset="0"/>
                <a:ea typeface="SimHei" charset="0"/>
                <a:cs typeface="SimHei" charset="0"/>
              </a:rPr>
              <a:t>AP</a:t>
            </a:r>
            <a:endParaRPr lang="zh-CN" altLang="en-US" sz="2885">
              <a:latin typeface="SimHei" charset="0"/>
              <a:ea typeface="SimHei" charset="0"/>
              <a:cs typeface="SimHei" charset="0"/>
            </a:endParaRPr>
          </a:p>
        </p:txBody>
      </p:sp>
      <p:grpSp>
        <p:nvGrpSpPr>
          <p:cNvPr id="215" name="组合 214"/>
          <p:cNvGrpSpPr/>
          <p:nvPr userDrawn="1"/>
        </p:nvGrpSpPr>
        <p:grpSpPr>
          <a:xfrm rot="0">
            <a:off x="3027680" y="5940425"/>
            <a:ext cx="947420" cy="421005"/>
            <a:chOff x="2943" y="1153"/>
            <a:chExt cx="931" cy="414"/>
          </a:xfrm>
        </p:grpSpPr>
        <p:sp>
          <p:nvSpPr>
            <p:cNvPr id="216" name="文本框 215"/>
            <p:cNvSpPr txBox="1"/>
            <p:nvPr userDrawn="1"/>
          </p:nvSpPr>
          <p:spPr>
            <a:xfrm>
              <a:off x="2943" y="1153"/>
              <a:ext cx="264" cy="32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8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217" name="文本框 216"/>
            <p:cNvSpPr txBox="1"/>
            <p:nvPr userDrawn="1"/>
          </p:nvSpPr>
          <p:spPr>
            <a:xfrm>
              <a:off x="3196" y="1153"/>
              <a:ext cx="321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7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218" name="文本框 217"/>
            <p:cNvSpPr txBox="1"/>
            <p:nvPr userDrawn="1"/>
          </p:nvSpPr>
          <p:spPr>
            <a:xfrm>
              <a:off x="3517" y="1153"/>
              <a:ext cx="119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6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  <p:sp>
          <p:nvSpPr>
            <p:cNvPr id="219" name="文本框 218"/>
            <p:cNvSpPr txBox="1"/>
            <p:nvPr userDrawn="1"/>
          </p:nvSpPr>
          <p:spPr>
            <a:xfrm>
              <a:off x="3758" y="1153"/>
              <a:ext cx="117" cy="41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2240">
                  <a:latin typeface="SimHei" charset="0"/>
                  <a:ea typeface="SimHei" charset="0"/>
                  <a:cs typeface="SimHei" charset="0"/>
                </a:rPr>
                <a:t>5</a:t>
              </a:r>
              <a:endParaRPr lang="zh-CN" altLang="en-US" sz="2240">
                <a:latin typeface="SimHei" charset="0"/>
                <a:ea typeface="SimHei" charset="0"/>
                <a:cs typeface="SimHei" charset="0"/>
              </a:endParaRPr>
            </a:p>
          </p:txBody>
        </p:sp>
      </p:grpSp>
      <p:sp>
        <p:nvSpPr>
          <p:cNvPr id="224" name="文本框 223"/>
          <p:cNvSpPr txBox="1"/>
          <p:nvPr userDrawn="1"/>
        </p:nvSpPr>
        <p:spPr>
          <a:xfrm>
            <a:off x="4100195" y="5940425"/>
            <a:ext cx="119380" cy="42100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240">
                <a:latin typeface="SimHei" charset="0"/>
                <a:ea typeface="SimHei" charset="0"/>
                <a:cs typeface="SimHei" charset="0"/>
              </a:rPr>
              <a:t>4</a:t>
            </a:r>
            <a:endParaRPr lang="zh-CN" altLang="en-US" sz="2240">
              <a:latin typeface="SimHei" charset="0"/>
              <a:ea typeface="SimHei" charset="0"/>
              <a:cs typeface="SimHei" charset="0"/>
            </a:endParaRPr>
          </a:p>
        </p:txBody>
      </p:sp>
      <p:sp>
        <p:nvSpPr>
          <p:cNvPr id="227" name="矩形 226"/>
          <p:cNvSpPr/>
          <p:nvPr userDrawn="1"/>
        </p:nvSpPr>
        <p:spPr>
          <a:xfrm>
            <a:off x="1416503" y="805180"/>
            <a:ext cx="2319360" cy="592299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非计数空闲</a:t>
            </a:r>
            <a:endParaRPr lang="zh-CN" altLang="en-US" sz="2885">
              <a:solidFill>
                <a:srgbClr val="000000"/>
              </a:solidFill>
            </a:endParaRPr>
          </a:p>
        </p:txBody>
      </p:sp>
      <p:sp>
        <p:nvSpPr>
          <p:cNvPr id="228" name="矩形 227"/>
          <p:cNvSpPr/>
          <p:nvPr userDrawn="1"/>
        </p:nvSpPr>
        <p:spPr>
          <a:xfrm>
            <a:off x="4419775" y="805220"/>
            <a:ext cx="1366860" cy="592299"/>
          </a:xfrm>
          <a:prstGeom prst="rect">
            <a:avLst/>
          </a:prstGeom>
          <a:solidFill>
            <a:srgbClr val="DEEBF7">
              <a:alpha val="100000"/>
            </a:srgb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接收</a:t>
            </a:r>
            <a:endParaRPr lang="zh-CN" altLang="en-US"/>
          </a:p>
        </p:txBody>
      </p:sp>
      <p:sp>
        <p:nvSpPr>
          <p:cNvPr id="229" name="矩形 228"/>
          <p:cNvSpPr/>
          <p:nvPr userDrawn="1"/>
        </p:nvSpPr>
        <p:spPr>
          <a:xfrm>
            <a:off x="6438900" y="805220"/>
            <a:ext cx="1366860" cy="592299"/>
          </a:xfrm>
          <a:prstGeom prst="rect">
            <a:avLst/>
          </a:prstGeom>
          <a:solidFill>
            <a:srgbClr val="FBE5D6">
              <a:alpha val="100000"/>
            </a:srgbClr>
          </a:solidFill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2885">
                <a:solidFill>
                  <a:srgbClr val="000000"/>
                </a:solidFill>
              </a:rPr>
              <a:t>发送</a:t>
            </a:r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6109692" y="3975140"/>
            <a:ext cx="2218690" cy="591820"/>
            <a:chOff x="6844" y="6460"/>
            <a:chExt cx="3494" cy="932"/>
          </a:xfrm>
        </p:grpSpPr>
        <p:sp>
          <p:nvSpPr>
            <p:cNvPr id="5" name="矩形 4"/>
            <p:cNvSpPr/>
            <p:nvPr userDrawn="1"/>
          </p:nvSpPr>
          <p:spPr>
            <a:xfrm>
              <a:off x="6844" y="6460"/>
              <a:ext cx="3496" cy="933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6" name="文本框 5"/>
            <p:cNvSpPr txBox="1"/>
            <p:nvPr userDrawn="1"/>
          </p:nvSpPr>
          <p:spPr>
            <a:xfrm>
              <a:off x="7337" y="6580"/>
              <a:ext cx="2504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P</a:t>
              </a:r>
              <a:r>
                <a:rPr lang="en-US" altLang="zh-CN" sz="2560" i="1">
                  <a:solidFill>
                    <a:schemeClr val="tx1"/>
                  </a:solidFill>
                </a:rPr>
                <a:t>acket 2</a:t>
              </a:r>
              <a:endParaRPr lang="zh-CN" altLang="en-US" sz="2885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0">
            <a:off x="5164336" y="5260300"/>
            <a:ext cx="945396" cy="592455"/>
            <a:chOff x="1846" y="681"/>
            <a:chExt cx="1594" cy="582"/>
          </a:xfrm>
        </p:grpSpPr>
        <p:sp>
          <p:nvSpPr>
            <p:cNvPr id="23" name="矩形 22"/>
            <p:cNvSpPr/>
            <p:nvPr userDrawn="1"/>
          </p:nvSpPr>
          <p:spPr>
            <a:xfrm>
              <a:off x="1846" y="681"/>
              <a:ext cx="1594" cy="58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24" name="文本框 23"/>
            <p:cNvSpPr txBox="1"/>
            <p:nvPr userDrawn="1"/>
          </p:nvSpPr>
          <p:spPr>
            <a:xfrm>
              <a:off x="1846" y="756"/>
              <a:ext cx="1594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en-US" altLang="zh-CN" sz="2560" i="1">
                  <a:solidFill>
                    <a:schemeClr val="tx1"/>
                  </a:solidFill>
                  <a:cs typeface="Arial" panose="020B0604020202020204" pitchFamily="34" charset="0"/>
                </a:rPr>
                <a:t>CTS</a:t>
              </a:r>
              <a:endParaRPr lang="zh-CN" altLang="en-US"/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 rot="0">
            <a:off x="5164336" y="3975140"/>
            <a:ext cx="945396" cy="592455"/>
            <a:chOff x="1846" y="681"/>
            <a:chExt cx="852" cy="582"/>
          </a:xfrm>
        </p:grpSpPr>
        <p:sp>
          <p:nvSpPr>
            <p:cNvPr id="26" name="矩形 25"/>
            <p:cNvSpPr/>
            <p:nvPr userDrawn="1"/>
          </p:nvSpPr>
          <p:spPr>
            <a:xfrm>
              <a:off x="1846" y="681"/>
              <a:ext cx="852" cy="582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27" name="文本框 26"/>
            <p:cNvSpPr txBox="1"/>
            <p:nvPr userDrawn="1"/>
          </p:nvSpPr>
          <p:spPr>
            <a:xfrm>
              <a:off x="1846" y="756"/>
              <a:ext cx="852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en-US" altLang="zh-CN" sz="2560" i="1">
                  <a:solidFill>
                    <a:schemeClr val="tx1"/>
                  </a:solidFill>
                </a:rPr>
                <a:t>CTS</a:t>
              </a:r>
              <a:endParaRPr lang="zh-CN" altLang="en-US" sz="2885"/>
            </a:p>
          </p:txBody>
        </p:sp>
      </p:grpSp>
      <p:grpSp>
        <p:nvGrpSpPr>
          <p:cNvPr id="28" name="组合 27"/>
          <p:cNvGrpSpPr/>
          <p:nvPr userDrawn="1"/>
        </p:nvGrpSpPr>
        <p:grpSpPr>
          <a:xfrm rot="0">
            <a:off x="5164336" y="2683550"/>
            <a:ext cx="945396" cy="592455"/>
            <a:chOff x="1846" y="681"/>
            <a:chExt cx="852" cy="582"/>
          </a:xfrm>
        </p:grpSpPr>
        <p:sp>
          <p:nvSpPr>
            <p:cNvPr id="29" name="矩形 28"/>
            <p:cNvSpPr/>
            <p:nvPr userDrawn="1"/>
          </p:nvSpPr>
          <p:spPr>
            <a:xfrm>
              <a:off x="1846" y="681"/>
              <a:ext cx="852" cy="582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30" name="文本框 29"/>
            <p:cNvSpPr txBox="1"/>
            <p:nvPr userDrawn="1"/>
          </p:nvSpPr>
          <p:spPr>
            <a:xfrm>
              <a:off x="1846" y="756"/>
              <a:ext cx="852" cy="433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en-US" altLang="zh-CN" sz="2560" i="1">
                  <a:solidFill>
                    <a:schemeClr val="tx1"/>
                  </a:solidFill>
                </a:rPr>
                <a:t>CTS</a:t>
              </a:r>
              <a:endParaRPr lang="zh-CN" altLang="en-US" sz="2885"/>
            </a:p>
          </p:txBody>
        </p:sp>
      </p:grpSp>
      <p:grpSp>
        <p:nvGrpSpPr>
          <p:cNvPr id="31" name="组合 30"/>
          <p:cNvGrpSpPr/>
          <p:nvPr userDrawn="1"/>
        </p:nvGrpSpPr>
        <p:grpSpPr>
          <a:xfrm>
            <a:off x="6109692" y="5260300"/>
            <a:ext cx="2218690" cy="591820"/>
            <a:chOff x="6844" y="6460"/>
            <a:chExt cx="3494" cy="932"/>
          </a:xfrm>
        </p:grpSpPr>
        <p:sp>
          <p:nvSpPr>
            <p:cNvPr id="32" name="矩形 31"/>
            <p:cNvSpPr/>
            <p:nvPr userDrawn="1"/>
          </p:nvSpPr>
          <p:spPr>
            <a:xfrm>
              <a:off x="6844" y="6460"/>
              <a:ext cx="3496" cy="933"/>
            </a:xfrm>
            <a:prstGeom prst="rect">
              <a:avLst/>
            </a:prstGeom>
            <a:solidFill>
              <a:srgbClr val="DEEBF7">
                <a:alpha val="100000"/>
              </a:srgb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33" name="文本框 32"/>
            <p:cNvSpPr txBox="1"/>
            <p:nvPr userDrawn="1"/>
          </p:nvSpPr>
          <p:spPr>
            <a:xfrm>
              <a:off x="7337" y="6580"/>
              <a:ext cx="2504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P</a:t>
              </a:r>
              <a:r>
                <a:rPr lang="en-US" altLang="zh-CN" sz="2560" i="1">
                  <a:solidFill>
                    <a:schemeClr val="tx1"/>
                  </a:solidFill>
                </a:rPr>
                <a:t>acket 2</a:t>
              </a:r>
              <a:endParaRPr lang="zh-CN" altLang="en-US" sz="2885"/>
            </a:p>
          </p:txBody>
        </p:sp>
      </p:grpSp>
      <p:grpSp>
        <p:nvGrpSpPr>
          <p:cNvPr id="34" name="组合 33"/>
          <p:cNvGrpSpPr/>
          <p:nvPr userDrawn="1"/>
        </p:nvGrpSpPr>
        <p:grpSpPr>
          <a:xfrm>
            <a:off x="6109692" y="2683550"/>
            <a:ext cx="2218690" cy="591820"/>
            <a:chOff x="6844" y="6460"/>
            <a:chExt cx="3494" cy="932"/>
          </a:xfrm>
        </p:grpSpPr>
        <p:sp>
          <p:nvSpPr>
            <p:cNvPr id="35" name="矩形 34"/>
            <p:cNvSpPr/>
            <p:nvPr userDrawn="1"/>
          </p:nvSpPr>
          <p:spPr>
            <a:xfrm>
              <a:off x="6844" y="6460"/>
              <a:ext cx="3496" cy="933"/>
            </a:xfrm>
            <a:prstGeom prst="rect">
              <a:avLst/>
            </a:prstGeom>
            <a:solidFill>
              <a:srgbClr val="DEEBF7">
                <a:alpha val="100000"/>
              </a:srgb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36" name="文本框 35"/>
            <p:cNvSpPr txBox="1"/>
            <p:nvPr userDrawn="1"/>
          </p:nvSpPr>
          <p:spPr>
            <a:xfrm>
              <a:off x="7337" y="6580"/>
              <a:ext cx="2504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P</a:t>
              </a:r>
              <a:r>
                <a:rPr lang="en-US" altLang="zh-CN" sz="2560" i="1">
                  <a:solidFill>
                    <a:schemeClr val="tx1"/>
                  </a:solidFill>
                </a:rPr>
                <a:t>acket 2</a:t>
              </a:r>
              <a:endParaRPr lang="zh-CN" altLang="en-US" sz="2885"/>
            </a:p>
          </p:txBody>
        </p:sp>
      </p:grpSp>
      <p:grpSp>
        <p:nvGrpSpPr>
          <p:cNvPr id="234" name="组合 233"/>
          <p:cNvGrpSpPr/>
          <p:nvPr userDrawn="1"/>
        </p:nvGrpSpPr>
        <p:grpSpPr>
          <a:xfrm>
            <a:off x="8329613" y="5260385"/>
            <a:ext cx="2934335" cy="591820"/>
            <a:chOff x="10340" y="8484"/>
            <a:chExt cx="4621" cy="932"/>
          </a:xfrm>
        </p:grpSpPr>
        <p:sp>
          <p:nvSpPr>
            <p:cNvPr id="230" name="矩形 229"/>
            <p:cNvSpPr/>
            <p:nvPr userDrawn="1"/>
          </p:nvSpPr>
          <p:spPr>
            <a:xfrm>
              <a:off x="10340" y="8484"/>
              <a:ext cx="2501" cy="933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231" name="文本框 230"/>
            <p:cNvSpPr txBox="1"/>
            <p:nvPr userDrawn="1"/>
          </p:nvSpPr>
          <p:spPr>
            <a:xfrm>
              <a:off x="10693" y="8604"/>
              <a:ext cx="1792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S</a:t>
              </a:r>
              <a:r>
                <a:rPr lang="en-US" altLang="zh-CN" sz="2560" i="1">
                  <a:solidFill>
                    <a:schemeClr val="tx1"/>
                  </a:solidFill>
                </a:rPr>
                <a:t>IFS</a:t>
              </a:r>
              <a:endParaRPr lang="zh-CN" altLang="en-US" sz="2885"/>
            </a:p>
          </p:txBody>
        </p:sp>
        <p:sp>
          <p:nvSpPr>
            <p:cNvPr id="232" name="矩形 231"/>
            <p:cNvSpPr/>
            <p:nvPr userDrawn="1"/>
          </p:nvSpPr>
          <p:spPr>
            <a:xfrm>
              <a:off x="12841" y="8484"/>
              <a:ext cx="2121" cy="933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233" name="文本框 232"/>
            <p:cNvSpPr txBox="1"/>
            <p:nvPr userDrawn="1"/>
          </p:nvSpPr>
          <p:spPr>
            <a:xfrm>
              <a:off x="13140" y="8604"/>
              <a:ext cx="1520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A</a:t>
              </a:r>
              <a:r>
                <a:rPr lang="en-US" altLang="zh-CN" sz="2560" i="1">
                  <a:solidFill>
                    <a:schemeClr val="tx1"/>
                  </a:solidFill>
                </a:rPr>
                <a:t>CK</a:t>
              </a:r>
              <a:endParaRPr lang="zh-CN" altLang="en-US" sz="2885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8329613" y="3975055"/>
            <a:ext cx="2934335" cy="591820"/>
            <a:chOff x="10340" y="8484"/>
            <a:chExt cx="4621" cy="932"/>
          </a:xfrm>
        </p:grpSpPr>
        <p:sp>
          <p:nvSpPr>
            <p:cNvPr id="38" name="矩形 37"/>
            <p:cNvSpPr/>
            <p:nvPr userDrawn="1"/>
          </p:nvSpPr>
          <p:spPr>
            <a:xfrm>
              <a:off x="10340" y="8484"/>
              <a:ext cx="2501" cy="933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39" name="文本框 38"/>
            <p:cNvSpPr txBox="1"/>
            <p:nvPr userDrawn="1"/>
          </p:nvSpPr>
          <p:spPr>
            <a:xfrm>
              <a:off x="10693" y="8604"/>
              <a:ext cx="1792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S</a:t>
              </a:r>
              <a:r>
                <a:rPr lang="en-US" altLang="zh-CN" sz="2560" i="1">
                  <a:solidFill>
                    <a:schemeClr val="tx1"/>
                  </a:solidFill>
                </a:rPr>
                <a:t>IFS</a:t>
              </a:r>
              <a:endParaRPr lang="zh-CN" altLang="en-US" sz="2885"/>
            </a:p>
          </p:txBody>
        </p:sp>
        <p:sp>
          <p:nvSpPr>
            <p:cNvPr id="40" name="矩形 39"/>
            <p:cNvSpPr/>
            <p:nvPr userDrawn="1"/>
          </p:nvSpPr>
          <p:spPr>
            <a:xfrm>
              <a:off x="12841" y="8484"/>
              <a:ext cx="2121" cy="933"/>
            </a:xfrm>
            <a:prstGeom prst="rect">
              <a:avLst/>
            </a:prstGeom>
            <a:solidFill>
              <a:srgbClr val="DEEBF7">
                <a:alpha val="100000"/>
              </a:srgb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41" name="文本框 40"/>
            <p:cNvSpPr txBox="1"/>
            <p:nvPr userDrawn="1"/>
          </p:nvSpPr>
          <p:spPr>
            <a:xfrm>
              <a:off x="13140" y="8604"/>
              <a:ext cx="1520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A</a:t>
              </a:r>
              <a:r>
                <a:rPr lang="en-US" altLang="zh-CN" sz="2560" i="1">
                  <a:solidFill>
                    <a:schemeClr val="tx1"/>
                  </a:solidFill>
                </a:rPr>
                <a:t>CK</a:t>
              </a:r>
              <a:endParaRPr lang="zh-CN" altLang="en-US" sz="2885"/>
            </a:p>
          </p:txBody>
        </p:sp>
      </p:grpSp>
      <p:grpSp>
        <p:nvGrpSpPr>
          <p:cNvPr id="42" name="组合 41"/>
          <p:cNvGrpSpPr/>
          <p:nvPr userDrawn="1"/>
        </p:nvGrpSpPr>
        <p:grpSpPr>
          <a:xfrm>
            <a:off x="8329613" y="2683465"/>
            <a:ext cx="2934335" cy="591820"/>
            <a:chOff x="10340" y="8484"/>
            <a:chExt cx="4621" cy="932"/>
          </a:xfrm>
        </p:grpSpPr>
        <p:sp>
          <p:nvSpPr>
            <p:cNvPr id="43" name="矩形 42"/>
            <p:cNvSpPr/>
            <p:nvPr userDrawn="1"/>
          </p:nvSpPr>
          <p:spPr>
            <a:xfrm>
              <a:off x="10340" y="8484"/>
              <a:ext cx="2501" cy="933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100000"/>
              </a:scheme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44" name="文本框 43"/>
            <p:cNvSpPr txBox="1"/>
            <p:nvPr userDrawn="1"/>
          </p:nvSpPr>
          <p:spPr>
            <a:xfrm>
              <a:off x="10693" y="8604"/>
              <a:ext cx="1792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S</a:t>
              </a:r>
              <a:r>
                <a:rPr lang="en-US" altLang="zh-CN" sz="2560" i="1">
                  <a:solidFill>
                    <a:schemeClr val="tx1"/>
                  </a:solidFill>
                </a:rPr>
                <a:t>IFS</a:t>
              </a:r>
              <a:endParaRPr lang="zh-CN" altLang="en-US" sz="2885"/>
            </a:p>
          </p:txBody>
        </p:sp>
        <p:sp>
          <p:nvSpPr>
            <p:cNvPr id="45" name="矩形 44"/>
            <p:cNvSpPr/>
            <p:nvPr userDrawn="1"/>
          </p:nvSpPr>
          <p:spPr>
            <a:xfrm>
              <a:off x="12841" y="8484"/>
              <a:ext cx="2121" cy="933"/>
            </a:xfrm>
            <a:prstGeom prst="rect">
              <a:avLst/>
            </a:prstGeom>
            <a:solidFill>
              <a:srgbClr val="DEEBF7">
                <a:alpha val="100000"/>
              </a:srgbClr>
            </a:solidFill>
            <a:ln w="19050"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 sz="2885">
                <a:solidFill>
                  <a:srgbClr val="000000"/>
                </a:solidFill>
              </a:endParaRPr>
            </a:p>
          </p:txBody>
        </p:sp>
        <p:sp>
          <p:nvSpPr>
            <p:cNvPr id="46" name="文本框 45"/>
            <p:cNvSpPr txBox="1"/>
            <p:nvPr userDrawn="1"/>
          </p:nvSpPr>
          <p:spPr>
            <a:xfrm>
              <a:off x="13140" y="8604"/>
              <a:ext cx="1520" cy="694"/>
            </a:xfrm>
            <a:prstGeom prst="rect">
              <a:avLst/>
            </a:prstGeom>
          </p:spPr>
          <p:txBody>
            <a:bodyPr wrap="square" rtlCol="0" anchor="ctr">
              <a:noAutofit/>
            </a:bodyPr>
            <a:p>
              <a:pPr algn="ctr"/>
              <a:r>
                <a:rPr lang="zh-CN" altLang="en-US" sz="2560" i="1">
                  <a:solidFill>
                    <a:schemeClr val="tx1"/>
                  </a:solidFill>
                </a:rPr>
                <a:t>A</a:t>
              </a:r>
              <a:r>
                <a:rPr lang="en-US" altLang="zh-CN" sz="2560" i="1">
                  <a:solidFill>
                    <a:schemeClr val="tx1"/>
                  </a:solidFill>
                </a:rPr>
                <a:t>CK</a:t>
              </a:r>
              <a:endParaRPr lang="zh-CN" altLang="en-US" sz="2885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WPS Office WWO_wpscloud_20260318230310-fb57003c44</Application>
  <PresentationFormat>宽屏</PresentationFormat>
  <Paragraphs>390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Arial</vt:lpstr>
      <vt:lpstr>SimHei</vt:lpstr>
      <vt:lpstr>SimHei</vt:lpstr>
      <vt:lpstr>宋体</vt:lpstr>
      <vt:lpstr>Office 主题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2026-03-28T18:29:43Z</dcterms:created>
  <dcterms:modified xsi:type="dcterms:W3CDTF">2026-03-28T18:29:43Z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2052-12.9.0.25853</vt:lpwstr>
  </property>
  <property fmtid="{D5CDD505-2E9C-101B-9397-08002B2CF9AE}" pid="3" name="ICV">
    <vt:lpwstr>F2875CD610CB45B54C09C869496CA548_42</vt:lpwstr>
  </property>
</Properties>
</file>